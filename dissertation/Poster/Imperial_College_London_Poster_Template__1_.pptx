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4211300" cy="20104100"/>
  <p:notesSz cx="14211300" cy="201041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514" y="6232271"/>
            <a:ext cx="12087161" cy="42218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028" y="11258296"/>
            <a:ext cx="9954132" cy="50260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1009" y="4623943"/>
            <a:ext cx="6185782" cy="132687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323397" y="4623943"/>
            <a:ext cx="6185782" cy="132687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63159" y="857531"/>
            <a:ext cx="265152" cy="71119"/>
          </a:xfrm>
          <a:custGeom>
            <a:avLst/>
            <a:gdLst/>
            <a:ahLst/>
            <a:cxnLst/>
            <a:rect l="l" t="t" r="r" b="b"/>
            <a:pathLst>
              <a:path w="265152" h="71119">
                <a:moveTo>
                  <a:pt x="0" y="71120"/>
                </a:moveTo>
                <a:lnTo>
                  <a:pt x="265152" y="71120"/>
                </a:lnTo>
                <a:lnTo>
                  <a:pt x="265152" y="0"/>
                </a:ln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963159" y="755931"/>
            <a:ext cx="77506" cy="101600"/>
          </a:xfrm>
          <a:custGeom>
            <a:avLst/>
            <a:gdLst/>
            <a:ahLst/>
            <a:cxnLst/>
            <a:rect l="l" t="t" r="r" b="b"/>
            <a:pathLst>
              <a:path w="77506" h="101600">
                <a:moveTo>
                  <a:pt x="0" y="101600"/>
                </a:moveTo>
                <a:lnTo>
                  <a:pt x="77506" y="101600"/>
                </a:lnTo>
                <a:lnTo>
                  <a:pt x="77506" y="0"/>
                </a:lnTo>
                <a:lnTo>
                  <a:pt x="0" y="0"/>
                </a:lnTo>
                <a:lnTo>
                  <a:pt x="0" y="10160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963159" y="686081"/>
            <a:ext cx="248835" cy="69850"/>
          </a:xfrm>
          <a:custGeom>
            <a:avLst/>
            <a:gdLst/>
            <a:ahLst/>
            <a:cxnLst/>
            <a:rect l="l" t="t" r="r" b="b"/>
            <a:pathLst>
              <a:path w="248835" h="69850">
                <a:moveTo>
                  <a:pt x="0" y="69850"/>
                </a:moveTo>
                <a:lnTo>
                  <a:pt x="248835" y="69850"/>
                </a:lnTo>
                <a:lnTo>
                  <a:pt x="248835" y="0"/>
                </a:lnTo>
                <a:lnTo>
                  <a:pt x="0" y="0"/>
                </a:lnTo>
                <a:lnTo>
                  <a:pt x="0" y="6985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963159" y="592101"/>
            <a:ext cx="77506" cy="93980"/>
          </a:xfrm>
          <a:custGeom>
            <a:avLst/>
            <a:gdLst/>
            <a:ahLst/>
            <a:cxnLst/>
            <a:rect l="l" t="t" r="r" b="b"/>
            <a:pathLst>
              <a:path w="77506" h="93980">
                <a:moveTo>
                  <a:pt x="0" y="93980"/>
                </a:moveTo>
                <a:lnTo>
                  <a:pt x="77506" y="93980"/>
                </a:lnTo>
                <a:lnTo>
                  <a:pt x="77506" y="0"/>
                </a:lnTo>
                <a:lnTo>
                  <a:pt x="0" y="0"/>
                </a:lnTo>
                <a:lnTo>
                  <a:pt x="0" y="9398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963159" y="520981"/>
            <a:ext cx="265152" cy="71119"/>
          </a:xfrm>
          <a:custGeom>
            <a:avLst/>
            <a:gdLst/>
            <a:ahLst/>
            <a:cxnLst/>
            <a:rect l="l" t="t" r="r" b="b"/>
            <a:pathLst>
              <a:path w="265152" h="71119">
                <a:moveTo>
                  <a:pt x="0" y="71120"/>
                </a:moveTo>
                <a:lnTo>
                  <a:pt x="265152" y="71120"/>
                </a:lnTo>
                <a:lnTo>
                  <a:pt x="265152" y="0"/>
                </a:ln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506353" y="520981"/>
            <a:ext cx="293685" cy="407926"/>
          </a:xfrm>
          <a:custGeom>
            <a:avLst/>
            <a:gdLst/>
            <a:ahLst/>
            <a:cxnLst/>
            <a:rect l="l" t="t" r="r" b="b"/>
            <a:pathLst>
              <a:path w="293685" h="407926">
                <a:moveTo>
                  <a:pt x="138694" y="0"/>
                </a:moveTo>
                <a:lnTo>
                  <a:pt x="0" y="0"/>
                </a:lnTo>
                <a:lnTo>
                  <a:pt x="0" y="407926"/>
                </a:lnTo>
                <a:lnTo>
                  <a:pt x="77506" y="407926"/>
                </a:lnTo>
                <a:lnTo>
                  <a:pt x="77506" y="269231"/>
                </a:lnTo>
                <a:lnTo>
                  <a:pt x="138694" y="269231"/>
                </a:lnTo>
                <a:lnTo>
                  <a:pt x="188798" y="264043"/>
                </a:lnTo>
                <a:lnTo>
                  <a:pt x="228137" y="250005"/>
                </a:lnTo>
                <a:lnTo>
                  <a:pt x="259863" y="226506"/>
                </a:lnTo>
                <a:lnTo>
                  <a:pt x="276847" y="203339"/>
                </a:lnTo>
                <a:lnTo>
                  <a:pt x="77506" y="203339"/>
                </a:lnTo>
                <a:lnTo>
                  <a:pt x="77506" y="65868"/>
                </a:lnTo>
                <a:lnTo>
                  <a:pt x="277729" y="65868"/>
                </a:lnTo>
                <a:lnTo>
                  <a:pt x="274468" y="59900"/>
                </a:lnTo>
                <a:lnTo>
                  <a:pt x="247959" y="30936"/>
                </a:lnTo>
                <a:lnTo>
                  <a:pt x="212514" y="11793"/>
                </a:lnTo>
                <a:lnTo>
                  <a:pt x="170016" y="1840"/>
                </a:lnTo>
                <a:lnTo>
                  <a:pt x="154608" y="456"/>
                </a:lnTo>
                <a:lnTo>
                  <a:pt x="138694" y="0"/>
                </a:lnTo>
                <a:close/>
              </a:path>
              <a:path w="293685" h="407926">
                <a:moveTo>
                  <a:pt x="277729" y="65868"/>
                </a:moveTo>
                <a:lnTo>
                  <a:pt x="134615" y="65868"/>
                </a:lnTo>
                <a:lnTo>
                  <a:pt x="139432" y="65946"/>
                </a:lnTo>
                <a:lnTo>
                  <a:pt x="154672" y="67373"/>
                </a:lnTo>
                <a:lnTo>
                  <a:pt x="191598" y="83487"/>
                </a:lnTo>
                <a:lnTo>
                  <a:pt x="210704" y="120001"/>
                </a:lnTo>
                <a:lnTo>
                  <a:pt x="212085" y="137295"/>
                </a:lnTo>
                <a:lnTo>
                  <a:pt x="210198" y="153125"/>
                </a:lnTo>
                <a:lnTo>
                  <a:pt x="189317" y="187286"/>
                </a:lnTo>
                <a:lnTo>
                  <a:pt x="150473" y="202357"/>
                </a:lnTo>
                <a:lnTo>
                  <a:pt x="134615" y="203339"/>
                </a:lnTo>
                <a:lnTo>
                  <a:pt x="276847" y="203339"/>
                </a:lnTo>
                <a:lnTo>
                  <a:pt x="290697" y="164779"/>
                </a:lnTo>
                <a:lnTo>
                  <a:pt x="293685" y="131704"/>
                </a:lnTo>
                <a:lnTo>
                  <a:pt x="292664" y="114881"/>
                </a:lnTo>
                <a:lnTo>
                  <a:pt x="290162" y="99313"/>
                </a:lnTo>
                <a:lnTo>
                  <a:pt x="286249" y="84975"/>
                </a:lnTo>
                <a:lnTo>
                  <a:pt x="280994" y="71846"/>
                </a:lnTo>
                <a:lnTo>
                  <a:pt x="277729" y="65868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bk object 22"/>
          <p:cNvSpPr/>
          <p:nvPr/>
        </p:nvSpPr>
        <p:spPr>
          <a:xfrm>
            <a:off x="2901413" y="857521"/>
            <a:ext cx="269231" cy="71387"/>
          </a:xfrm>
          <a:custGeom>
            <a:avLst/>
            <a:gdLst/>
            <a:ahLst/>
            <a:cxnLst/>
            <a:rect l="l" t="t" r="r" b="b"/>
            <a:pathLst>
              <a:path w="269231" h="71387">
                <a:moveTo>
                  <a:pt x="269231" y="0"/>
                </a:moveTo>
                <a:lnTo>
                  <a:pt x="0" y="0"/>
                </a:lnTo>
                <a:lnTo>
                  <a:pt x="0" y="71387"/>
                </a:lnTo>
                <a:lnTo>
                  <a:pt x="269231" y="71387"/>
                </a:lnTo>
                <a:lnTo>
                  <a:pt x="269231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bk object 23"/>
          <p:cNvSpPr/>
          <p:nvPr/>
        </p:nvSpPr>
        <p:spPr>
          <a:xfrm>
            <a:off x="2997276" y="592369"/>
            <a:ext cx="77506" cy="265152"/>
          </a:xfrm>
          <a:custGeom>
            <a:avLst/>
            <a:gdLst/>
            <a:ahLst/>
            <a:cxnLst/>
            <a:rect l="l" t="t" r="r" b="b"/>
            <a:pathLst>
              <a:path w="77506" h="265152">
                <a:moveTo>
                  <a:pt x="77506" y="0"/>
                </a:moveTo>
                <a:lnTo>
                  <a:pt x="0" y="0"/>
                </a:lnTo>
                <a:lnTo>
                  <a:pt x="0" y="265152"/>
                </a:lnTo>
                <a:lnTo>
                  <a:pt x="77506" y="265152"/>
                </a:lnTo>
                <a:lnTo>
                  <a:pt x="77506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901413" y="520981"/>
            <a:ext cx="269231" cy="71387"/>
          </a:xfrm>
          <a:custGeom>
            <a:avLst/>
            <a:gdLst/>
            <a:ahLst/>
            <a:cxnLst/>
            <a:rect l="l" t="t" r="r" b="b"/>
            <a:pathLst>
              <a:path w="269231" h="71387">
                <a:moveTo>
                  <a:pt x="269231" y="0"/>
                </a:moveTo>
                <a:lnTo>
                  <a:pt x="0" y="0"/>
                </a:lnTo>
                <a:lnTo>
                  <a:pt x="0" y="71387"/>
                </a:lnTo>
                <a:lnTo>
                  <a:pt x="269231" y="71387"/>
                </a:lnTo>
                <a:lnTo>
                  <a:pt x="269231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bk object 25"/>
          <p:cNvSpPr/>
          <p:nvPr/>
        </p:nvSpPr>
        <p:spPr>
          <a:xfrm>
            <a:off x="2421116" y="520981"/>
            <a:ext cx="318278" cy="407926"/>
          </a:xfrm>
          <a:custGeom>
            <a:avLst/>
            <a:gdLst/>
            <a:ahLst/>
            <a:cxnLst/>
            <a:rect l="l" t="t" r="r" b="b"/>
            <a:pathLst>
              <a:path w="318278" h="407926">
                <a:moveTo>
                  <a:pt x="0" y="0"/>
                </a:moveTo>
                <a:lnTo>
                  <a:pt x="0" y="407926"/>
                </a:lnTo>
                <a:lnTo>
                  <a:pt x="77506" y="407926"/>
                </a:lnTo>
                <a:lnTo>
                  <a:pt x="77506" y="256993"/>
                </a:lnTo>
                <a:lnTo>
                  <a:pt x="146349" y="256993"/>
                </a:lnTo>
                <a:lnTo>
                  <a:pt x="149900" y="256921"/>
                </a:lnTo>
                <a:lnTo>
                  <a:pt x="153428" y="256801"/>
                </a:lnTo>
                <a:lnTo>
                  <a:pt x="239139" y="256801"/>
                </a:lnTo>
                <a:lnTo>
                  <a:pt x="230670" y="240628"/>
                </a:lnTo>
                <a:lnTo>
                  <a:pt x="242350" y="234797"/>
                </a:lnTo>
                <a:lnTo>
                  <a:pt x="253206" y="228007"/>
                </a:lnTo>
                <a:lnTo>
                  <a:pt x="263165" y="220234"/>
                </a:lnTo>
                <a:lnTo>
                  <a:pt x="272154" y="211453"/>
                </a:lnTo>
                <a:lnTo>
                  <a:pt x="280099" y="201637"/>
                </a:lnTo>
                <a:lnTo>
                  <a:pt x="286713" y="191101"/>
                </a:lnTo>
                <a:lnTo>
                  <a:pt x="77506" y="191101"/>
                </a:lnTo>
                <a:lnTo>
                  <a:pt x="77506" y="65892"/>
                </a:lnTo>
                <a:lnTo>
                  <a:pt x="289969" y="65892"/>
                </a:lnTo>
                <a:lnTo>
                  <a:pt x="289603" y="64975"/>
                </a:lnTo>
                <a:lnTo>
                  <a:pt x="266082" y="33601"/>
                </a:lnTo>
                <a:lnTo>
                  <a:pt x="232451" y="13278"/>
                </a:lnTo>
                <a:lnTo>
                  <a:pt x="190659" y="2583"/>
                </a:lnTo>
                <a:lnTo>
                  <a:pt x="159227" y="100"/>
                </a:lnTo>
                <a:lnTo>
                  <a:pt x="0" y="0"/>
                </a:lnTo>
                <a:close/>
              </a:path>
              <a:path w="318278" h="407926">
                <a:moveTo>
                  <a:pt x="239139" y="256801"/>
                </a:moveTo>
                <a:lnTo>
                  <a:pt x="153428" y="256801"/>
                </a:lnTo>
                <a:lnTo>
                  <a:pt x="232398" y="407926"/>
                </a:lnTo>
                <a:lnTo>
                  <a:pt x="318278" y="407926"/>
                </a:lnTo>
                <a:lnTo>
                  <a:pt x="239139" y="256801"/>
                </a:lnTo>
                <a:close/>
              </a:path>
              <a:path w="318278" h="407926">
                <a:moveTo>
                  <a:pt x="289969" y="65892"/>
                </a:moveTo>
                <a:lnTo>
                  <a:pt x="142774" y="65892"/>
                </a:lnTo>
                <a:lnTo>
                  <a:pt x="161924" y="66883"/>
                </a:lnTo>
                <a:lnTo>
                  <a:pt x="178254" y="69868"/>
                </a:lnTo>
                <a:lnTo>
                  <a:pt x="210897" y="90948"/>
                </a:lnTo>
                <a:lnTo>
                  <a:pt x="220280" y="126457"/>
                </a:lnTo>
                <a:lnTo>
                  <a:pt x="218940" y="143446"/>
                </a:lnTo>
                <a:lnTo>
                  <a:pt x="199617" y="177407"/>
                </a:lnTo>
                <a:lnTo>
                  <a:pt x="159390" y="190410"/>
                </a:lnTo>
                <a:lnTo>
                  <a:pt x="77506" y="191101"/>
                </a:lnTo>
                <a:lnTo>
                  <a:pt x="286713" y="191101"/>
                </a:lnTo>
                <a:lnTo>
                  <a:pt x="299973" y="151523"/>
                </a:lnTo>
                <a:lnTo>
                  <a:pt x="301865" y="126457"/>
                </a:lnTo>
                <a:lnTo>
                  <a:pt x="301063" y="108823"/>
                </a:lnTo>
                <a:lnTo>
                  <a:pt x="298703" y="92733"/>
                </a:lnTo>
                <a:lnTo>
                  <a:pt x="294859" y="78135"/>
                </a:lnTo>
                <a:lnTo>
                  <a:pt x="289969" y="65892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bk object 26"/>
          <p:cNvSpPr/>
          <p:nvPr/>
        </p:nvSpPr>
        <p:spPr>
          <a:xfrm>
            <a:off x="3325105" y="520981"/>
            <a:ext cx="371189" cy="407926"/>
          </a:xfrm>
          <a:custGeom>
            <a:avLst/>
            <a:gdLst/>
            <a:ahLst/>
            <a:cxnLst/>
            <a:rect l="l" t="t" r="r" b="b"/>
            <a:pathLst>
              <a:path w="371189" h="407926">
                <a:moveTo>
                  <a:pt x="236573" y="0"/>
                </a:moveTo>
                <a:lnTo>
                  <a:pt x="134615" y="0"/>
                </a:lnTo>
                <a:lnTo>
                  <a:pt x="0" y="407926"/>
                </a:lnTo>
                <a:lnTo>
                  <a:pt x="81585" y="407926"/>
                </a:lnTo>
                <a:lnTo>
                  <a:pt x="109396" y="318182"/>
                </a:lnTo>
                <a:lnTo>
                  <a:pt x="341573" y="318182"/>
                </a:lnTo>
                <a:lnTo>
                  <a:pt x="319829" y="252290"/>
                </a:lnTo>
                <a:lnTo>
                  <a:pt x="129816" y="252290"/>
                </a:lnTo>
                <a:lnTo>
                  <a:pt x="185606" y="72370"/>
                </a:lnTo>
                <a:lnTo>
                  <a:pt x="260455" y="72370"/>
                </a:lnTo>
                <a:lnTo>
                  <a:pt x="236573" y="0"/>
                </a:lnTo>
                <a:close/>
              </a:path>
              <a:path w="371189" h="407926">
                <a:moveTo>
                  <a:pt x="341573" y="318182"/>
                </a:moveTo>
                <a:lnTo>
                  <a:pt x="261792" y="318182"/>
                </a:lnTo>
                <a:lnTo>
                  <a:pt x="289603" y="407926"/>
                </a:lnTo>
                <a:lnTo>
                  <a:pt x="371189" y="407926"/>
                </a:lnTo>
                <a:lnTo>
                  <a:pt x="341573" y="318182"/>
                </a:lnTo>
                <a:close/>
              </a:path>
              <a:path w="371189" h="407926">
                <a:moveTo>
                  <a:pt x="260455" y="72370"/>
                </a:moveTo>
                <a:lnTo>
                  <a:pt x="185606" y="72370"/>
                </a:lnTo>
                <a:lnTo>
                  <a:pt x="241372" y="252290"/>
                </a:lnTo>
                <a:lnTo>
                  <a:pt x="319829" y="252290"/>
                </a:lnTo>
                <a:lnTo>
                  <a:pt x="260455" y="7237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bk object 27"/>
          <p:cNvSpPr/>
          <p:nvPr/>
        </p:nvSpPr>
        <p:spPr>
          <a:xfrm>
            <a:off x="3871271" y="857531"/>
            <a:ext cx="265824" cy="71119"/>
          </a:xfrm>
          <a:custGeom>
            <a:avLst/>
            <a:gdLst/>
            <a:ahLst/>
            <a:cxnLst/>
            <a:rect l="l" t="t" r="r" b="b"/>
            <a:pathLst>
              <a:path w="265824" h="71119">
                <a:moveTo>
                  <a:pt x="0" y="71120"/>
                </a:moveTo>
                <a:lnTo>
                  <a:pt x="265824" y="71120"/>
                </a:lnTo>
                <a:lnTo>
                  <a:pt x="265824" y="0"/>
                </a:ln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bk object 28"/>
          <p:cNvSpPr/>
          <p:nvPr/>
        </p:nvSpPr>
        <p:spPr>
          <a:xfrm>
            <a:off x="3871271" y="520981"/>
            <a:ext cx="77506" cy="336550"/>
          </a:xfrm>
          <a:custGeom>
            <a:avLst/>
            <a:gdLst/>
            <a:ahLst/>
            <a:cxnLst/>
            <a:rect l="l" t="t" r="r" b="b"/>
            <a:pathLst>
              <a:path w="77506" h="336550">
                <a:moveTo>
                  <a:pt x="0" y="336550"/>
                </a:moveTo>
                <a:lnTo>
                  <a:pt x="77506" y="336550"/>
                </a:lnTo>
                <a:lnTo>
                  <a:pt x="77506" y="0"/>
                </a:lnTo>
                <a:lnTo>
                  <a:pt x="0" y="0"/>
                </a:lnTo>
                <a:lnTo>
                  <a:pt x="0" y="33655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bk object 29"/>
          <p:cNvSpPr/>
          <p:nvPr/>
        </p:nvSpPr>
        <p:spPr>
          <a:xfrm>
            <a:off x="893095" y="520981"/>
            <a:ext cx="416084" cy="407926"/>
          </a:xfrm>
          <a:custGeom>
            <a:avLst/>
            <a:gdLst/>
            <a:ahLst/>
            <a:cxnLst/>
            <a:rect l="l" t="t" r="r" b="b"/>
            <a:pathLst>
              <a:path w="416084" h="407926">
                <a:moveTo>
                  <a:pt x="110140" y="0"/>
                </a:moveTo>
                <a:lnTo>
                  <a:pt x="0" y="0"/>
                </a:lnTo>
                <a:lnTo>
                  <a:pt x="0" y="407926"/>
                </a:lnTo>
                <a:lnTo>
                  <a:pt x="73426" y="407926"/>
                </a:lnTo>
                <a:lnTo>
                  <a:pt x="73426" y="102941"/>
                </a:lnTo>
                <a:lnTo>
                  <a:pt x="152157" y="102941"/>
                </a:lnTo>
                <a:lnTo>
                  <a:pt x="110140" y="0"/>
                </a:lnTo>
                <a:close/>
              </a:path>
              <a:path w="416084" h="407926">
                <a:moveTo>
                  <a:pt x="416084" y="102941"/>
                </a:moveTo>
                <a:lnTo>
                  <a:pt x="342658" y="102941"/>
                </a:lnTo>
                <a:lnTo>
                  <a:pt x="342658" y="407926"/>
                </a:lnTo>
                <a:lnTo>
                  <a:pt x="416084" y="407926"/>
                </a:lnTo>
                <a:lnTo>
                  <a:pt x="416084" y="102941"/>
                </a:lnTo>
                <a:close/>
              </a:path>
              <a:path w="416084" h="407926">
                <a:moveTo>
                  <a:pt x="152157" y="102941"/>
                </a:moveTo>
                <a:lnTo>
                  <a:pt x="73426" y="102941"/>
                </a:lnTo>
                <a:lnTo>
                  <a:pt x="167249" y="318182"/>
                </a:lnTo>
                <a:lnTo>
                  <a:pt x="248835" y="318182"/>
                </a:lnTo>
                <a:lnTo>
                  <a:pt x="282975" y="239860"/>
                </a:lnTo>
                <a:lnTo>
                  <a:pt x="208042" y="239860"/>
                </a:lnTo>
                <a:lnTo>
                  <a:pt x="152157" y="102941"/>
                </a:lnTo>
                <a:close/>
              </a:path>
              <a:path w="416084" h="407926">
                <a:moveTo>
                  <a:pt x="416084" y="0"/>
                </a:moveTo>
                <a:lnTo>
                  <a:pt x="305944" y="0"/>
                </a:lnTo>
                <a:lnTo>
                  <a:pt x="208042" y="239860"/>
                </a:lnTo>
                <a:lnTo>
                  <a:pt x="282975" y="239860"/>
                </a:lnTo>
                <a:lnTo>
                  <a:pt x="342658" y="102941"/>
                </a:lnTo>
                <a:lnTo>
                  <a:pt x="416084" y="102941"/>
                </a:lnTo>
                <a:lnTo>
                  <a:pt x="416084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bk object 30"/>
          <p:cNvSpPr/>
          <p:nvPr/>
        </p:nvSpPr>
        <p:spPr>
          <a:xfrm>
            <a:off x="422852" y="857521"/>
            <a:ext cx="269231" cy="71387"/>
          </a:xfrm>
          <a:custGeom>
            <a:avLst/>
            <a:gdLst/>
            <a:ahLst/>
            <a:cxnLst/>
            <a:rect l="l" t="t" r="r" b="b"/>
            <a:pathLst>
              <a:path w="269231" h="71387">
                <a:moveTo>
                  <a:pt x="269231" y="0"/>
                </a:moveTo>
                <a:lnTo>
                  <a:pt x="0" y="0"/>
                </a:lnTo>
                <a:lnTo>
                  <a:pt x="0" y="71387"/>
                </a:lnTo>
                <a:lnTo>
                  <a:pt x="269231" y="71387"/>
                </a:lnTo>
                <a:lnTo>
                  <a:pt x="269231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bk object 31"/>
          <p:cNvSpPr/>
          <p:nvPr/>
        </p:nvSpPr>
        <p:spPr>
          <a:xfrm>
            <a:off x="518715" y="592369"/>
            <a:ext cx="77506" cy="265152"/>
          </a:xfrm>
          <a:custGeom>
            <a:avLst/>
            <a:gdLst/>
            <a:ahLst/>
            <a:cxnLst/>
            <a:rect l="l" t="t" r="r" b="b"/>
            <a:pathLst>
              <a:path w="77506" h="265152">
                <a:moveTo>
                  <a:pt x="77506" y="0"/>
                </a:moveTo>
                <a:lnTo>
                  <a:pt x="0" y="0"/>
                </a:lnTo>
                <a:lnTo>
                  <a:pt x="0" y="265152"/>
                </a:lnTo>
                <a:lnTo>
                  <a:pt x="77506" y="265152"/>
                </a:lnTo>
                <a:lnTo>
                  <a:pt x="77506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bk object 32"/>
          <p:cNvSpPr/>
          <p:nvPr/>
        </p:nvSpPr>
        <p:spPr>
          <a:xfrm>
            <a:off x="422852" y="520981"/>
            <a:ext cx="269231" cy="71387"/>
          </a:xfrm>
          <a:custGeom>
            <a:avLst/>
            <a:gdLst/>
            <a:ahLst/>
            <a:cxnLst/>
            <a:rect l="l" t="t" r="r" b="b"/>
            <a:pathLst>
              <a:path w="269231" h="71387">
                <a:moveTo>
                  <a:pt x="269231" y="0"/>
                </a:moveTo>
                <a:lnTo>
                  <a:pt x="0" y="0"/>
                </a:lnTo>
                <a:lnTo>
                  <a:pt x="0" y="71387"/>
                </a:lnTo>
                <a:lnTo>
                  <a:pt x="269231" y="71387"/>
                </a:lnTo>
                <a:lnTo>
                  <a:pt x="269231" y="0"/>
                </a:lnTo>
                <a:close/>
              </a:path>
            </a:pathLst>
          </a:custGeom>
          <a:solidFill>
            <a:srgbClr val="0000CD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bk object 33"/>
          <p:cNvSpPr/>
          <p:nvPr/>
        </p:nvSpPr>
        <p:spPr>
          <a:xfrm>
            <a:off x="4522386" y="252582"/>
            <a:ext cx="1202348" cy="676321"/>
          </a:xfrm>
          <a:custGeom>
            <a:avLst/>
            <a:gdLst/>
            <a:ahLst/>
            <a:cxnLst/>
            <a:rect l="l" t="t" r="r" b="b"/>
            <a:pathLst>
              <a:path w="1202348" h="676321">
                <a:moveTo>
                  <a:pt x="0" y="676321"/>
                </a:moveTo>
                <a:lnTo>
                  <a:pt x="0" y="0"/>
                </a:lnTo>
                <a:lnTo>
                  <a:pt x="1202348" y="0"/>
                </a:lnTo>
                <a:lnTo>
                  <a:pt x="1202348" y="676321"/>
                </a:lnTo>
                <a:lnTo>
                  <a:pt x="0" y="676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bk object 34"/>
          <p:cNvSpPr/>
          <p:nvPr/>
        </p:nvSpPr>
        <p:spPr>
          <a:xfrm>
            <a:off x="4522386" y="252582"/>
            <a:ext cx="1202348" cy="676320"/>
          </a:xfrm>
          <a:custGeom>
            <a:avLst/>
            <a:gdLst/>
            <a:ahLst/>
            <a:cxnLst/>
            <a:rect l="l" t="t" r="r" b="b"/>
            <a:pathLst>
              <a:path w="1202348" h="676320">
                <a:moveTo>
                  <a:pt x="0" y="676320"/>
                </a:moveTo>
                <a:lnTo>
                  <a:pt x="0" y="0"/>
                </a:lnTo>
                <a:lnTo>
                  <a:pt x="1202348" y="0"/>
                </a:lnTo>
                <a:lnTo>
                  <a:pt x="1202348" y="676320"/>
                </a:lnTo>
              </a:path>
            </a:pathLst>
          </a:custGeom>
          <a:ln w="317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109851" y="252582"/>
            <a:ext cx="1202348" cy="676321"/>
          </a:xfrm>
          <a:custGeom>
            <a:avLst/>
            <a:gdLst/>
            <a:ahLst/>
            <a:cxnLst/>
            <a:rect l="l" t="t" r="r" b="b"/>
            <a:pathLst>
              <a:path w="1202348" h="676321">
                <a:moveTo>
                  <a:pt x="0" y="0"/>
                </a:moveTo>
                <a:lnTo>
                  <a:pt x="1202348" y="0"/>
                </a:lnTo>
                <a:lnTo>
                  <a:pt x="1202348" y="676321"/>
                </a:lnTo>
                <a:lnTo>
                  <a:pt x="0" y="6763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109851" y="252582"/>
            <a:ext cx="1202348" cy="676320"/>
          </a:xfrm>
          <a:custGeom>
            <a:avLst/>
            <a:gdLst/>
            <a:ahLst/>
            <a:cxnLst/>
            <a:rect l="l" t="t" r="r" b="b"/>
            <a:pathLst>
              <a:path w="1202348" h="676320">
                <a:moveTo>
                  <a:pt x="0" y="0"/>
                </a:moveTo>
                <a:lnTo>
                  <a:pt x="1202348" y="0"/>
                </a:lnTo>
                <a:lnTo>
                  <a:pt x="1202348" y="676320"/>
                </a:lnTo>
              </a:path>
              <a:path w="1202348" h="676320">
                <a:moveTo>
                  <a:pt x="0" y="676320"/>
                </a:moveTo>
                <a:lnTo>
                  <a:pt x="0" y="0"/>
                </a:lnTo>
              </a:path>
            </a:pathLst>
          </a:custGeom>
          <a:ln w="317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bk object 37"/>
          <p:cNvSpPr/>
          <p:nvPr/>
        </p:nvSpPr>
        <p:spPr>
          <a:xfrm>
            <a:off x="7697313" y="521005"/>
            <a:ext cx="725154" cy="407899"/>
          </a:xfrm>
          <a:custGeom>
            <a:avLst/>
            <a:gdLst/>
            <a:ahLst/>
            <a:cxnLst/>
            <a:rect l="l" t="t" r="r" b="b"/>
            <a:pathLst>
              <a:path w="725154" h="407899">
                <a:moveTo>
                  <a:pt x="0" y="0"/>
                </a:moveTo>
                <a:lnTo>
                  <a:pt x="725154" y="0"/>
                </a:lnTo>
                <a:lnTo>
                  <a:pt x="725154" y="407899"/>
                </a:lnTo>
                <a:lnTo>
                  <a:pt x="0" y="4078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bk object 38"/>
          <p:cNvSpPr/>
          <p:nvPr/>
        </p:nvSpPr>
        <p:spPr>
          <a:xfrm>
            <a:off x="7697313" y="521006"/>
            <a:ext cx="725154" cy="407899"/>
          </a:xfrm>
          <a:custGeom>
            <a:avLst/>
            <a:gdLst/>
            <a:ahLst/>
            <a:cxnLst/>
            <a:rect l="l" t="t" r="r" b="b"/>
            <a:pathLst>
              <a:path w="725154" h="407899">
                <a:moveTo>
                  <a:pt x="725154" y="0"/>
                </a:moveTo>
                <a:lnTo>
                  <a:pt x="725154" y="407899"/>
                </a:lnTo>
                <a:lnTo>
                  <a:pt x="0" y="407899"/>
                </a:lnTo>
                <a:lnTo>
                  <a:pt x="0" y="0"/>
                </a:lnTo>
              </a:path>
            </a:pathLst>
          </a:custGeom>
          <a:ln w="317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bk object 39"/>
          <p:cNvSpPr/>
          <p:nvPr/>
        </p:nvSpPr>
        <p:spPr>
          <a:xfrm>
            <a:off x="422709" y="1274052"/>
            <a:ext cx="13336412" cy="0"/>
          </a:xfrm>
          <a:custGeom>
            <a:avLst/>
            <a:gdLst/>
            <a:ahLst/>
            <a:cxnLst/>
            <a:rect l="l" t="t" r="r" b="b"/>
            <a:pathLst>
              <a:path w="13336412" h="0">
                <a:moveTo>
                  <a:pt x="0" y="0"/>
                </a:moveTo>
                <a:lnTo>
                  <a:pt x="13336412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009" y="804163"/>
            <a:ext cx="12798170" cy="32166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009" y="4623943"/>
            <a:ext cx="12798170" cy="132687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0009" y="19313238"/>
            <a:ext cx="2841853" cy="32396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2171241" y="19270964"/>
            <a:ext cx="1639405" cy="32396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238537" y="18696813"/>
            <a:ext cx="3270643" cy="10052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09" y="1376646"/>
            <a:ext cx="7136130" cy="81089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ts val="3429"/>
              </a:lnSpc>
            </a:pPr>
            <a:r>
              <a:rPr dirty="0" smtClean="0" sz="2900" spc="-1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itle</a:t>
            </a:r>
            <a:endParaRPr sz="2900">
              <a:latin typeface="Imperial Sans Text"/>
              <a:cs typeface="Imperial Sans Text"/>
            </a:endParaRPr>
          </a:p>
          <a:p>
            <a:pPr marL="12700">
              <a:lnSpc>
                <a:spcPts val="2950"/>
              </a:lnSpc>
            </a:pPr>
            <a:r>
              <a:rPr dirty="0" smtClean="0" sz="2900" spc="-15" b="1">
                <a:solidFill>
                  <a:srgbClr val="0000CD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hort</a:t>
            </a:r>
            <a:r>
              <a:rPr dirty="0" smtClean="0" sz="2900" spc="-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and snap</a:t>
            </a:r>
            <a:r>
              <a:rPr dirty="0" smtClean="0" sz="2900" spc="-30" b="1">
                <a:solidFill>
                  <a:srgbClr val="0000CD"/>
                </a:solidFill>
                <a:latin typeface="Imperial Sans Text"/>
                <a:cs typeface="Imperial Sans Text"/>
              </a:rPr>
              <a:t>p</a:t>
            </a:r>
            <a:r>
              <a:rPr dirty="0" smtClean="0" sz="2900" spc="-130" b="1">
                <a:solidFill>
                  <a:srgbClr val="0000CD"/>
                </a:solidFill>
                <a:latin typeface="Imperial Sans Text"/>
                <a:cs typeface="Imperial Sans Text"/>
              </a:rPr>
              <a:t>y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,</a:t>
            </a:r>
            <a:r>
              <a:rPr dirty="0" smtClean="0" sz="2900" spc="-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with the</a:t>
            </a:r>
            <a:r>
              <a:rPr dirty="0" smtClean="0" sz="2900" spc="-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main message</a:t>
            </a:r>
            <a:endParaRPr sz="2900">
              <a:latin typeface="Imperial Sans Text"/>
              <a:cs typeface="Imperial Sans Tex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31100" y="1279993"/>
            <a:ext cx="0" cy="1640996"/>
          </a:xfrm>
          <a:custGeom>
            <a:avLst/>
            <a:gdLst/>
            <a:ahLst/>
            <a:cxnLst/>
            <a:rect l="l" t="t" r="r" b="b"/>
            <a:pathLst>
              <a:path w="0" h="1640996">
                <a:moveTo>
                  <a:pt x="0" y="1640996"/>
                </a:moveTo>
                <a:lnTo>
                  <a:pt x="0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66467" y="1417905"/>
            <a:ext cx="2337435" cy="86233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 indent="0">
              <a:lnSpc>
                <a:spcPct val="113399"/>
              </a:lnSpc>
            </a:pP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N</a:t>
            </a:r>
            <a:r>
              <a:rPr dirty="0" smtClean="0" sz="1650" spc="20" b="1">
                <a:solidFill>
                  <a:srgbClr val="0000CD"/>
                </a:solidFill>
                <a:latin typeface="Imperial Sans Text"/>
                <a:cs typeface="Imperial Sans Text"/>
              </a:rPr>
              <a:t>ame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f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contribu</a:t>
            </a:r>
            <a:r>
              <a:rPr dirty="0" smtClean="0" sz="1650" spc="-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baseline="28985" sz="1725" spc="7" b="1">
                <a:solidFill>
                  <a:srgbClr val="0000CD"/>
                </a:solidFill>
                <a:latin typeface="Imperial Sans Text"/>
                <a:cs typeface="Imperial Sans Text"/>
              </a:rPr>
              <a:t>1,</a:t>
            </a:r>
            <a:r>
              <a:rPr dirty="0" smtClean="0" baseline="28985" sz="1725" spc="7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baseline="28985" sz="1725" spc="44" b="1">
                <a:solidFill>
                  <a:srgbClr val="0000CD"/>
                </a:solidFill>
                <a:latin typeface="Imperial Sans Text"/>
                <a:cs typeface="Imperial Sans Text"/>
              </a:rPr>
              <a:t>2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,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N</a:t>
            </a:r>
            <a:r>
              <a:rPr dirty="0" smtClean="0" sz="1650" spc="20" b="1">
                <a:solidFill>
                  <a:srgbClr val="0000CD"/>
                </a:solidFill>
                <a:latin typeface="Imperial Sans Text"/>
                <a:cs typeface="Imperial Sans Text"/>
              </a:rPr>
              <a:t>ame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f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contribu</a:t>
            </a:r>
            <a:r>
              <a:rPr dirty="0" smtClean="0" sz="1650" spc="-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or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16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,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N</a:t>
            </a:r>
            <a:r>
              <a:rPr dirty="0" smtClean="0" sz="1650" spc="20" b="1">
                <a:solidFill>
                  <a:srgbClr val="0000CD"/>
                </a:solidFill>
                <a:latin typeface="Imperial Sans Text"/>
                <a:cs typeface="Imperial Sans Text"/>
              </a:rPr>
              <a:t>ame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f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contribu</a:t>
            </a:r>
            <a:r>
              <a:rPr dirty="0" smtClean="0" sz="1650" spc="-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baseline="28985" sz="1725" spc="15" b="1">
                <a:solidFill>
                  <a:srgbClr val="0000CD"/>
                </a:solidFill>
                <a:latin typeface="Imperial Sans Text"/>
                <a:cs typeface="Imperial Sans Text"/>
              </a:rPr>
              <a:t>3</a:t>
            </a:r>
            <a:endParaRPr baseline="28985" sz="1725">
              <a:latin typeface="Imperial Sans Text"/>
              <a:cs typeface="Imperial Sans Tex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9004" y="1722716"/>
            <a:ext cx="88900" cy="18415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150" spc="5" b="1">
                <a:solidFill>
                  <a:srgbClr val="0000CD"/>
                </a:solidFill>
                <a:latin typeface="Imperial Sans Text"/>
                <a:cs typeface="Imperial Sans Text"/>
              </a:rPr>
              <a:t>1</a:t>
            </a:r>
            <a:endParaRPr sz="1150">
              <a:latin typeface="Imperial Sans Text"/>
              <a:cs typeface="Imperial Sans Tex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2709" y="2926937"/>
            <a:ext cx="13336412" cy="0"/>
          </a:xfrm>
          <a:custGeom>
            <a:avLst/>
            <a:gdLst/>
            <a:ahLst/>
            <a:cxnLst/>
            <a:rect l="l" t="t" r="r" b="b"/>
            <a:pathLst>
              <a:path w="13336412" h="0">
                <a:moveTo>
                  <a:pt x="0" y="0"/>
                </a:moveTo>
                <a:lnTo>
                  <a:pt x="13336412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0009" y="3226075"/>
            <a:ext cx="3992245" cy="82867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0" b="1">
                <a:latin typeface="Imperial Sans Text"/>
                <a:cs typeface="Imperial Sans Text"/>
              </a:rPr>
              <a:t>S</a:t>
            </a:r>
            <a:r>
              <a:rPr dirty="0" smtClean="0" sz="1650" spc="15" b="1">
                <a:latin typeface="Imperial Sans Text"/>
                <a:cs typeface="Imperial Sans Text"/>
              </a:rPr>
              <a:t>ubsection</a:t>
            </a:r>
            <a:r>
              <a:rPr dirty="0" smtClean="0" sz="1650" spc="15" b="1"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latin typeface="Imperial Sans Text"/>
                <a:cs typeface="Imperial Sans Text"/>
              </a:rPr>
              <a:t>T</a:t>
            </a:r>
            <a:r>
              <a:rPr dirty="0" smtClean="0" sz="1650" spc="10" b="1">
                <a:latin typeface="Imperial Sans Text"/>
                <a:cs typeface="Imperial Sans Text"/>
              </a:rPr>
              <a:t>itle</a:t>
            </a:r>
            <a:endParaRPr sz="1650">
              <a:latin typeface="Imperial Sans Text"/>
              <a:cs typeface="Imperial Sans Text"/>
            </a:endParaRPr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di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cum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qui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dolo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ommodit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enisi</a:t>
            </a:r>
            <a:r>
              <a:rPr dirty="0" smtClean="0" sz="1650" spc="15">
                <a:latin typeface="Imperial Sans Text"/>
                <a:cs typeface="Imperial Sans Text"/>
              </a:rPr>
              <a:t> sape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iscim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qsequae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009" y="4333361"/>
            <a:ext cx="4096385" cy="57721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S</a:t>
            </a:r>
            <a:r>
              <a:rPr dirty="0" smtClean="0" sz="1650" spc="15">
                <a:latin typeface="Imperial Sans Text"/>
                <a:cs typeface="Imperial Sans Text"/>
              </a:rPr>
              <a:t>ed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pe</a:t>
            </a:r>
            <a:r>
              <a:rPr dirty="0" smtClean="0" sz="1650" spc="-1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spic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ipsanihit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quunt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aligeni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epe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ehendia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apicias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pellectur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su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entu</a:t>
            </a:r>
            <a:r>
              <a:rPr dirty="0" smtClean="0" sz="1650" spc="20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?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009" y="5189100"/>
            <a:ext cx="4173220" cy="1718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 indent="0">
              <a:lnSpc>
                <a:spcPct val="113399"/>
              </a:lnSpc>
            </a:pP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hendios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dolo</a:t>
            </a:r>
            <a:r>
              <a:rPr dirty="0" smtClean="0" sz="1650" spc="-25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dolut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ace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del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apid</a:t>
            </a:r>
            <a:r>
              <a:rPr dirty="0" smtClean="0" sz="1650" spc="10">
                <a:latin typeface="Imperial Sans Text"/>
                <a:cs typeface="Imperial Sans Text"/>
              </a:rPr>
              <a:t> 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berna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20">
                <a:latin typeface="Imperial Sans Text"/>
                <a:cs typeface="Imperial Sans Text"/>
              </a:rPr>
              <a:t>endem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eum</a:t>
            </a:r>
            <a:r>
              <a:rPr dirty="0" smtClean="0" sz="1650" spc="2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a</a:t>
            </a:r>
            <a:r>
              <a:rPr dirty="0" smtClean="0" sz="1650" spc="-5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qui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deli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ti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ta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aliquam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5">
                <a:latin typeface="Imperial Sans Text"/>
                <a:cs typeface="Imperial Sans Text"/>
              </a:rPr>
              <a:t>il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fugui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5">
                <a:latin typeface="Imperial Sans Text"/>
                <a:cs typeface="Imperial Sans Text"/>
              </a:rPr>
              <a:t>t,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eum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er</a:t>
            </a:r>
            <a:r>
              <a:rPr dirty="0" smtClean="0" sz="1650" spc="-10">
                <a:latin typeface="Imperial Sans Text"/>
                <a:cs typeface="Imperial Sans Text"/>
              </a:rPr>
              <a:t>f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conser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berionectio.</a:t>
            </a:r>
            <a:r>
              <a:rPr dirty="0" smtClean="0" sz="1650" spc="13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tu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sape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iscim</a:t>
            </a:r>
            <a:r>
              <a:rPr dirty="0" smtClean="0" sz="1650" spc="15">
                <a:latin typeface="Imperial Sans Text"/>
                <a:cs typeface="Imperial Sans Text"/>
              </a:rPr>
              <a:t> qsequae.</a:t>
            </a:r>
            <a:r>
              <a:rPr dirty="0" smtClean="0" sz="1650" spc="12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alissiment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quias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nia</a:t>
            </a:r>
            <a:r>
              <a:rPr dirty="0" smtClean="0" sz="1650" spc="10">
                <a:latin typeface="Imperial Sans Text"/>
                <a:cs typeface="Imperial Sans Text"/>
              </a:rPr>
              <a:t> solu</a:t>
            </a: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tu</a:t>
            </a:r>
            <a:r>
              <a:rPr dirty="0" smtClean="0" sz="1650" spc="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?</a:t>
            </a:r>
            <a:r>
              <a:rPr dirty="0" smtClean="0" sz="1650" spc="12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0">
                <a:latin typeface="Imperial Sans Text"/>
                <a:cs typeface="Imperial Sans Text"/>
              </a:rPr>
              <a:t>hit,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2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lab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imusdae</a:t>
            </a: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latin typeface="Imperial Sans Text"/>
                <a:cs typeface="Imperial Sans Text"/>
              </a:rPr>
              <a:t>tas.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009" y="7215147"/>
            <a:ext cx="4242435" cy="222948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4400"/>
              </a:lnSpc>
            </a:pPr>
            <a:r>
              <a:rPr dirty="0" smtClean="0" sz="2800">
                <a:latin typeface="Imperial Sans Text Medium"/>
                <a:cs typeface="Imperial Sans Text Medium"/>
              </a:rPr>
              <a:t>"</a:t>
            </a:r>
            <a:r>
              <a:rPr dirty="0" smtClean="0" sz="2800" spc="-5">
                <a:latin typeface="Imperial Sans Text Medium"/>
                <a:cs typeface="Imperial Sans Text Medium"/>
              </a:rPr>
              <a:t>P</a:t>
            </a:r>
            <a:r>
              <a:rPr dirty="0" smtClean="0" sz="2800" spc="0">
                <a:latin typeface="Imperial Sans Text Medium"/>
                <a:cs typeface="Imperial Sans Text Medium"/>
              </a:rPr>
              <a:t>ull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Q</a:t>
            </a:r>
            <a:r>
              <a:rPr dirty="0" smtClean="0" sz="2800" spc="0">
                <a:latin typeface="Imperial Sans Text Medium"/>
                <a:cs typeface="Imperial Sans Text Medium"/>
              </a:rPr>
              <a:t>u</a:t>
            </a:r>
            <a:r>
              <a:rPr dirty="0" smtClean="0" sz="2800" spc="-15">
                <a:latin typeface="Imperial Sans Text Medium"/>
                <a:cs typeface="Imperial Sans Text Medium"/>
              </a:rPr>
              <a:t>o</a:t>
            </a:r>
            <a:r>
              <a:rPr dirty="0" smtClean="0" sz="2800" spc="-30">
                <a:latin typeface="Imperial Sans Text Medium"/>
                <a:cs typeface="Imperial Sans Text Medium"/>
              </a:rPr>
              <a:t>t</a:t>
            </a:r>
            <a:r>
              <a:rPr dirty="0" smtClean="0" sz="2800" spc="-85">
                <a:latin typeface="Imperial Sans Text Medium"/>
                <a:cs typeface="Imperial Sans Text Medium"/>
              </a:rPr>
              <a:t>e</a:t>
            </a:r>
            <a:r>
              <a:rPr dirty="0" smtClean="0" sz="2800" spc="-75">
                <a:latin typeface="Imperial Sans Text Medium"/>
                <a:cs typeface="Imperial Sans Text Medium"/>
              </a:rPr>
              <a:t>/</a:t>
            </a: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u</a:t>
            </a:r>
            <a:r>
              <a:rPr dirty="0" smtClean="0" sz="2800" spc="-15">
                <a:latin typeface="Imperial Sans Text Medium"/>
                <a:cs typeface="Imperial Sans Text Medium"/>
              </a:rPr>
              <a:t>b</a:t>
            </a:r>
            <a:r>
              <a:rPr dirty="0" smtClean="0" sz="2800" spc="0">
                <a:latin typeface="Imperial Sans Text Medium"/>
                <a:cs typeface="Imperial Sans Text Medium"/>
              </a:rPr>
              <a:t>title.</a:t>
            </a:r>
            <a:r>
              <a:rPr dirty="0" smtClean="0" sz="2800" spc="195">
                <a:latin typeface="Imperial Sans Text Medium"/>
                <a:cs typeface="Imperial Sans Text Medium"/>
              </a:rPr>
              <a:t> </a:t>
            </a:r>
            <a:r>
              <a:rPr dirty="0" smtClean="0" sz="2800" spc="-15">
                <a:latin typeface="Imperial Sans Text Medium"/>
                <a:cs typeface="Imperial Sans Text Medium"/>
              </a:rPr>
              <a:t>U</a:t>
            </a:r>
            <a:r>
              <a:rPr dirty="0" smtClean="0" sz="2800" spc="0">
                <a:latin typeface="Imperial Sans Text Medium"/>
                <a:cs typeface="Imperial Sans Text Medium"/>
              </a:rPr>
              <a:t>t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in</a:t>
            </a:r>
            <a:r>
              <a:rPr dirty="0" smtClean="0" sz="2800" spc="0">
                <a:latin typeface="Imperial Sans Text Medium"/>
                <a:cs typeface="Imperial Sans Text Medium"/>
              </a:rPr>
              <a:t> g</a:t>
            </a:r>
            <a:r>
              <a:rPr dirty="0" smtClean="0" sz="2800" spc="-15">
                <a:latin typeface="Imperial Sans Text Medium"/>
                <a:cs typeface="Imperial Sans Text Medium"/>
              </a:rPr>
              <a:t>o</a:t>
            </a:r>
            <a:r>
              <a:rPr dirty="0" smtClean="0" sz="2800" spc="0">
                <a:latin typeface="Imperial Sans Text Medium"/>
                <a:cs typeface="Imperial Sans Text Medium"/>
              </a:rPr>
              <a:t>ther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comnihic </a:t>
            </a:r>
            <a:r>
              <a:rPr dirty="0" smtClean="0" sz="2800" spc="-30">
                <a:latin typeface="Imperial Sans Text Medium"/>
                <a:cs typeface="Imperial Sans Text Medium"/>
              </a:rPr>
              <a:t>t</a:t>
            </a:r>
            <a:r>
              <a:rPr dirty="0" smtClean="0" sz="2800" spc="-15">
                <a:latin typeface="Imperial Sans Text Medium"/>
                <a:cs typeface="Imperial Sans Text Medium"/>
              </a:rPr>
              <a:t>o</a:t>
            </a:r>
            <a:r>
              <a:rPr dirty="0" smtClean="0" sz="2800" spc="0">
                <a:latin typeface="Imperial Sans Text Medium"/>
                <a:cs typeface="Imperial Sans Text Medium"/>
              </a:rPr>
              <a:t>t</a:t>
            </a:r>
            <a:r>
              <a:rPr dirty="0" smtClean="0" sz="2800" spc="-10">
                <a:latin typeface="Imperial Sans Text Medium"/>
                <a:cs typeface="Imperial Sans Text Medium"/>
              </a:rPr>
              <a:t>a</a:t>
            </a:r>
            <a:r>
              <a:rPr dirty="0" smtClean="0" sz="2800" spc="-30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em</a:t>
            </a:r>
            <a:r>
              <a:rPr dirty="0" smtClean="0" sz="2800" spc="0">
                <a:latin typeface="Imperial Sans Text Medium"/>
                <a:cs typeface="Imperial Sans Text Medium"/>
              </a:rPr>
              <a:t> api</a:t>
            </a:r>
            <a:r>
              <a:rPr dirty="0" smtClean="0" sz="2800" spc="-10">
                <a:latin typeface="Imperial Sans Text Medium"/>
                <a:cs typeface="Imperial Sans Text Medium"/>
              </a:rPr>
              <a:t>e</a:t>
            </a:r>
            <a:r>
              <a:rPr dirty="0" smtClean="0" sz="2800" spc="0">
                <a:latin typeface="Imperial Sans Text Medium"/>
                <a:cs typeface="Imperial Sans Text Medium"/>
              </a:rPr>
              <a:t>tu</a:t>
            </a:r>
            <a:r>
              <a:rPr dirty="0" smtClean="0" sz="2800" spc="-195">
                <a:latin typeface="Imperial Sans Text Medium"/>
                <a:cs typeface="Imperial Sans Text Medium"/>
              </a:rPr>
              <a:t>r</a:t>
            </a:r>
            <a:r>
              <a:rPr dirty="0" smtClean="0" sz="2800" spc="0">
                <a:latin typeface="Imperial Sans Text Medium"/>
                <a:cs typeface="Imperial Sans Text Medium"/>
              </a:rPr>
              <a:t>,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ium audi imus </a:t>
            </a:r>
            <a:r>
              <a:rPr dirty="0" smtClean="0" sz="2800" spc="-20">
                <a:latin typeface="Imperial Sans Text Medium"/>
                <a:cs typeface="Imperial Sans Text Medium"/>
              </a:rPr>
              <a:t>v</a:t>
            </a:r>
            <a:r>
              <a:rPr dirty="0" smtClean="0" sz="2800" spc="0">
                <a:latin typeface="Imperial Sans Text Medium"/>
                <a:cs typeface="Imperial Sans Text Medium"/>
              </a:rPr>
              <a:t>ent</a:t>
            </a:r>
            <a:r>
              <a:rPr dirty="0" smtClean="0" sz="2800" spc="0">
                <a:latin typeface="Imperial Sans Text Medium"/>
                <a:cs typeface="Imperial Sans Text Medium"/>
              </a:rPr>
              <a:t> ipsum </a:t>
            </a:r>
            <a:r>
              <a:rPr dirty="0" smtClean="0" sz="2800" spc="-20">
                <a:latin typeface="Imperial Sans Text Medium"/>
                <a:cs typeface="Imperial Sans Text Medium"/>
              </a:rPr>
              <a:t>v</a:t>
            </a:r>
            <a:r>
              <a:rPr dirty="0" smtClean="0" sz="2800" spc="0">
                <a:latin typeface="Imperial Sans Text Medium"/>
                <a:cs typeface="Imperial Sans Text Medium"/>
              </a:rPr>
              <a:t>olup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ta </a:t>
            </a:r>
            <a:r>
              <a:rPr dirty="0" smtClean="0" sz="2800" spc="-20">
                <a:latin typeface="Imperial Sans Text Medium"/>
                <a:cs typeface="Imperial Sans Text Medium"/>
              </a:rPr>
              <a:t>v</a:t>
            </a:r>
            <a:r>
              <a:rPr dirty="0" smtClean="0" sz="2800" spc="0">
                <a:latin typeface="Imperial Sans Text Medium"/>
                <a:cs typeface="Imperial Sans Text Medium"/>
              </a:rPr>
              <a:t>eniscil</a:t>
            </a:r>
            <a:r>
              <a:rPr dirty="0" smtClean="0" sz="2800" spc="0">
                <a:latin typeface="Imperial Sans Text Medium"/>
                <a:cs typeface="Imperial Sans Text Medium"/>
              </a:rPr>
              <a:t> dolut ace</a:t>
            </a:r>
            <a:r>
              <a:rPr dirty="0" smtClean="0" sz="2800" spc="-45">
                <a:latin typeface="Imperial Sans Text Medium"/>
                <a:cs typeface="Imperial Sans Text Medium"/>
              </a:rPr>
              <a:t>r</a:t>
            </a:r>
            <a:r>
              <a:rPr dirty="0" smtClean="0" sz="2800" spc="0">
                <a:latin typeface="Imperial Sans Text Medium"/>
                <a:cs typeface="Imperial Sans Text Medium"/>
              </a:rPr>
              <a:t>o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del mint</a:t>
            </a:r>
            <a:r>
              <a:rPr dirty="0" smtClean="0" sz="2800" spc="-300">
                <a:latin typeface="Imperial Sans Text Medium"/>
                <a:cs typeface="Imperial Sans Text Medium"/>
              </a:rPr>
              <a:t>.</a:t>
            </a:r>
            <a:r>
              <a:rPr dirty="0" smtClean="0" sz="2800" spc="0">
                <a:latin typeface="Imperial Sans Text Medium"/>
                <a:cs typeface="Imperial Sans Text Medium"/>
              </a:rPr>
              <a:t>"</a:t>
            </a:r>
            <a:endParaRPr sz="2800">
              <a:latin typeface="Imperial Sans Text Medium"/>
              <a:cs typeface="Imperial Sans Text Medium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2708" y="10009818"/>
            <a:ext cx="4345741" cy="3259305"/>
          </a:xfrm>
          <a:custGeom>
            <a:avLst/>
            <a:gdLst/>
            <a:ahLst/>
            <a:cxnLst/>
            <a:rect l="l" t="t" r="r" b="b"/>
            <a:pathLst>
              <a:path w="4345741" h="3259305">
                <a:moveTo>
                  <a:pt x="0" y="0"/>
                </a:moveTo>
                <a:lnTo>
                  <a:pt x="4345741" y="0"/>
                </a:lnTo>
                <a:lnTo>
                  <a:pt x="4345741" y="3259305"/>
                </a:lnTo>
                <a:lnTo>
                  <a:pt x="0" y="32593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422708" y="10009818"/>
            <a:ext cx="4345741" cy="3259305"/>
          </a:xfrm>
          <a:custGeom>
            <a:avLst/>
            <a:gdLst/>
            <a:ahLst/>
            <a:cxnLst/>
            <a:rect l="l" t="t" r="r" b="b"/>
            <a:pathLst>
              <a:path w="4345741" h="3259305">
                <a:moveTo>
                  <a:pt x="0" y="0"/>
                </a:moveTo>
                <a:lnTo>
                  <a:pt x="4345741" y="0"/>
                </a:lnTo>
                <a:lnTo>
                  <a:pt x="4345741" y="3259305"/>
                </a:lnTo>
              </a:path>
              <a:path w="4345741" h="3259305">
                <a:moveTo>
                  <a:pt x="0" y="3259305"/>
                </a:moveTo>
                <a:lnTo>
                  <a:pt x="0" y="0"/>
                </a:lnTo>
              </a:path>
            </a:pathLst>
          </a:custGeom>
          <a:ln w="434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0009" y="13313843"/>
            <a:ext cx="4372610" cy="21844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5000"/>
              </a:lnSpc>
            </a:pPr>
            <a:r>
              <a:rPr dirty="0" smtClean="0" sz="650" spc="-5" b="1">
                <a:latin typeface="Imperial Sans Text"/>
                <a:cs typeface="Imperial Sans Text"/>
              </a:rPr>
              <a:t>F</a:t>
            </a:r>
            <a:r>
              <a:rPr dirty="0" smtClean="0" sz="650" spc="0" b="1">
                <a:latin typeface="Imperial Sans Text"/>
                <a:cs typeface="Imperial Sans Text"/>
              </a:rPr>
              <a:t>igu</a:t>
            </a:r>
            <a:r>
              <a:rPr dirty="0" smtClean="0" sz="650" spc="-10" b="1">
                <a:latin typeface="Imperial Sans Text"/>
                <a:cs typeface="Imperial Sans Text"/>
              </a:rPr>
              <a:t>r</a:t>
            </a:r>
            <a:r>
              <a:rPr dirty="0" smtClean="0" sz="650" spc="0" b="1">
                <a:latin typeface="Imperial Sans Text"/>
                <a:cs typeface="Imperial Sans Text"/>
              </a:rPr>
              <a:t>e</a:t>
            </a:r>
            <a:r>
              <a:rPr dirty="0" smtClean="0" sz="650" spc="-15" b="1">
                <a:latin typeface="Imperial Sans Text"/>
                <a:cs typeface="Imperial Sans Text"/>
              </a:rPr>
              <a:t> </a:t>
            </a:r>
            <a:r>
              <a:rPr dirty="0" smtClean="0" sz="650" spc="0" b="1">
                <a:latin typeface="Imperial Sans Text"/>
                <a:cs typeface="Imperial Sans Text"/>
              </a:rPr>
              <a:t>1:</a:t>
            </a:r>
            <a:r>
              <a:rPr dirty="0" smtClean="0" sz="650" spc="35" b="1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F</a:t>
            </a:r>
            <a:r>
              <a:rPr dirty="0" smtClean="0" sz="650" spc="0">
                <a:latin typeface="Imperial Sans Text"/>
                <a:cs typeface="Imperial Sans Text"/>
              </a:rPr>
              <a:t>igu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ca</a:t>
            </a:r>
            <a:r>
              <a:rPr dirty="0" smtClean="0" sz="650" spc="-5">
                <a:latin typeface="Imperial Sans Text"/>
                <a:cs typeface="Imperial Sans Text"/>
              </a:rPr>
              <a:t>p</a:t>
            </a:r>
            <a:r>
              <a:rPr dirty="0" smtClean="0" sz="650" spc="0">
                <a:latin typeface="Imperial Sans Text"/>
                <a:cs typeface="Imperial Sans Text"/>
              </a:rPr>
              <a:t>tion.</a:t>
            </a:r>
            <a:r>
              <a:rPr dirty="0" smtClean="0" sz="650" spc="40">
                <a:latin typeface="Imperial Sans Text"/>
                <a:cs typeface="Imperial Sans Text"/>
              </a:rPr>
              <a:t> </a:t>
            </a:r>
            <a:r>
              <a:rPr dirty="0" smtClean="0" sz="650" spc="-20">
                <a:latin typeface="Imperial Sans Text"/>
                <a:cs typeface="Imperial Sans Text"/>
              </a:rPr>
              <a:t>L</a:t>
            </a:r>
            <a:r>
              <a:rPr dirty="0" smtClean="0" sz="650" spc="0">
                <a:latin typeface="Imperial Sans Text"/>
                <a:cs typeface="Imperial Sans Text"/>
              </a:rPr>
              <a:t>o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em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ipsum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dolor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sit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am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t,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consec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tur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adipiscing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elit.</a:t>
            </a:r>
            <a:r>
              <a:rPr dirty="0" smtClean="0" sz="650" spc="40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P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aesent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portti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or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cu</a:t>
            </a:r>
            <a:r>
              <a:rPr dirty="0" smtClean="0" sz="650" spc="-2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luctus,</a:t>
            </a:r>
            <a:r>
              <a:rPr dirty="0" smtClean="0" sz="650" spc="-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impe</a:t>
            </a:r>
            <a:r>
              <a:rPr dirty="0" smtClean="0" sz="650" spc="-1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di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 urna iaculis, mattis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os.</a:t>
            </a:r>
            <a:endParaRPr sz="650">
              <a:latin typeface="Imperial Sans Text"/>
              <a:cs typeface="Imperial Sans Tex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009" y="13897480"/>
            <a:ext cx="3992245" cy="82867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0" b="1">
                <a:latin typeface="Imperial Sans Text"/>
                <a:cs typeface="Imperial Sans Text"/>
              </a:rPr>
              <a:t>S</a:t>
            </a:r>
            <a:r>
              <a:rPr dirty="0" smtClean="0" sz="1650" spc="15" b="1">
                <a:latin typeface="Imperial Sans Text"/>
                <a:cs typeface="Imperial Sans Text"/>
              </a:rPr>
              <a:t>ubsection</a:t>
            </a:r>
            <a:r>
              <a:rPr dirty="0" smtClean="0" sz="1650" spc="15" b="1"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latin typeface="Imperial Sans Text"/>
                <a:cs typeface="Imperial Sans Text"/>
              </a:rPr>
              <a:t>T</a:t>
            </a:r>
            <a:r>
              <a:rPr dirty="0" smtClean="0" sz="1650" spc="10" b="1">
                <a:latin typeface="Imperial Sans Text"/>
                <a:cs typeface="Imperial Sans Text"/>
              </a:rPr>
              <a:t>itle</a:t>
            </a:r>
            <a:endParaRPr sz="1650">
              <a:latin typeface="Imperial Sans Text"/>
              <a:cs typeface="Imperial Sans Text"/>
            </a:endParaRPr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di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cum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qui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dolo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ommodit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enisi</a:t>
            </a:r>
            <a:r>
              <a:rPr dirty="0" smtClean="0" sz="1650" spc="15">
                <a:latin typeface="Imperial Sans Text"/>
                <a:cs typeface="Imperial Sans Text"/>
              </a:rPr>
              <a:t> sape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iscim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qsequae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009" y="15004772"/>
            <a:ext cx="4192270" cy="57721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S</a:t>
            </a:r>
            <a:r>
              <a:rPr dirty="0" smtClean="0" sz="1650" spc="15">
                <a:latin typeface="Imperial Sans Text"/>
                <a:cs typeface="Imperial Sans Text"/>
              </a:rPr>
              <a:t>ed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pe</a:t>
            </a:r>
            <a:r>
              <a:rPr dirty="0" smtClean="0" sz="1650" spc="-1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spic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ipsanihit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quunt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aligeni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epe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ehendia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apicias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pellectur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sus,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entu</a:t>
            </a:r>
            <a:r>
              <a:rPr dirty="0" smtClean="0" sz="1650" spc="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?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24564" y="3192338"/>
            <a:ext cx="4293870" cy="318198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ection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itle</a:t>
            </a:r>
            <a:endParaRPr sz="2800">
              <a:latin typeface="Imperial Sans Text Medium"/>
              <a:cs typeface="Imperial Sans Text Medium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83"/>
              </a:spcBef>
            </a:pPr>
            <a:endParaRPr sz="1000"/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xpeb</a:t>
            </a:r>
            <a:r>
              <a:rPr dirty="0" smtClean="0" sz="1650" spc="10">
                <a:latin typeface="Imperial Sans Text"/>
                <a:cs typeface="Imperial Sans Text"/>
              </a:rPr>
              <a:t> 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olu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5">
                <a:latin typeface="Imperial Sans Text"/>
                <a:cs typeface="Imperial Sans Text"/>
              </a:rPr>
              <a:t>tam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tio.</a:t>
            </a:r>
            <a:r>
              <a:rPr dirty="0" smtClean="0" sz="1650" spc="12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Arum,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elliquosam,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oms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e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elendici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der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oru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latin typeface="Imperial Sans Text"/>
                <a:cs typeface="Imperial Sans Text"/>
              </a:rPr>
              <a:t>tius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debitis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quun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endParaRPr sz="1650">
              <a:latin typeface="Imperial Sans Text"/>
              <a:cs typeface="Imperial Sans Text"/>
            </a:endParaRPr>
          </a:p>
          <a:p>
            <a:pPr>
              <a:lnSpc>
                <a:spcPts val="1200"/>
              </a:lnSpc>
              <a:spcBef>
                <a:spcPts val="94"/>
              </a:spcBef>
            </a:pPr>
            <a:endParaRPr sz="1200"/>
          </a:p>
          <a:p>
            <a:pPr marL="12700" marR="33655">
              <a:lnSpc>
                <a:spcPct val="106300"/>
              </a:lnSpc>
            </a:pP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10">
                <a:latin typeface="Imperial Sans Text"/>
                <a:cs typeface="Imperial Sans Text"/>
              </a:rPr>
              <a:t>quae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nobissitat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hitatum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s</a:t>
            </a:r>
            <a:r>
              <a:rPr dirty="0" smtClean="0" sz="1100" spc="5">
                <a:latin typeface="Imperial Sans Text"/>
                <a:cs typeface="Imperial Sans Text"/>
              </a:rPr>
              <a:t>tis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quodit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larib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u</a:t>
            </a:r>
            <a:r>
              <a:rPr dirty="0" smtClean="0" sz="1100" spc="5">
                <a:latin typeface="Imperial Sans Text"/>
                <a:cs typeface="Imperial Sans Text"/>
              </a:rPr>
              <a:t>s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0">
                <a:latin typeface="Imperial Sans Text"/>
                <a:cs typeface="Imperial Sans Text"/>
              </a:rPr>
              <a:t>o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tur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-10">
                <a:latin typeface="Imperial Sans Text"/>
                <a:cs typeface="Imperial Sans Text"/>
              </a:rPr>
              <a:t>x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 e</a:t>
            </a:r>
            <a:r>
              <a:rPr dirty="0" smtClean="0" sz="1100" spc="5">
                <a:latin typeface="Imperial Sans Text"/>
                <a:cs typeface="Imperial Sans Text"/>
              </a:rPr>
              <a:t>s</a:t>
            </a:r>
            <a:r>
              <a:rPr dirty="0" smtClean="0" sz="1100" spc="5">
                <a:latin typeface="Imperial Sans Text"/>
                <a:cs typeface="Imperial Sans Text"/>
              </a:rPr>
              <a:t>tint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eium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ium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10">
                <a:latin typeface="Imperial Sans Text"/>
                <a:cs typeface="Imperial Sans Text"/>
              </a:rPr>
              <a:t>xpeb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usantis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maio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omnis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consed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eici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10">
                <a:latin typeface="Imperial Sans Text"/>
                <a:cs typeface="Imperial Sans Text"/>
              </a:rPr>
              <a:t>tam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ipi</a:t>
            </a:r>
            <a:r>
              <a:rPr dirty="0" smtClean="0" sz="1100" spc="5">
                <a:latin typeface="Imperial Sans Text"/>
                <a:cs typeface="Imperial Sans Text"/>
              </a:rPr>
              <a:t>s</a:t>
            </a:r>
            <a:r>
              <a:rPr dirty="0" smtClean="0" sz="1100" spc="5">
                <a:latin typeface="Imperial Sans Text"/>
                <a:cs typeface="Imperial Sans Text"/>
              </a:rPr>
              <a:t>tio.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Arum,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elliquosam,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oms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e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elendici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der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oru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tius</a:t>
            </a:r>
            <a:r>
              <a:rPr dirty="0" smtClean="0" sz="1100" spc="5">
                <a:latin typeface="Imperial Sans Text"/>
                <a:cs typeface="Imperial Sans Text"/>
              </a:rPr>
              <a:t> debitis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quun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empe</a:t>
            </a:r>
            <a:r>
              <a:rPr dirty="0" smtClean="0" sz="1100" spc="-10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speria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nullu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culpario.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tur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alissiment</a:t>
            </a:r>
            <a:r>
              <a:rPr dirty="0" smtClean="0" sz="1100" spc="5">
                <a:latin typeface="Imperial Sans Text"/>
                <a:cs typeface="Imperial Sans Text"/>
              </a:rPr>
              <a:t> quias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1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?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hit,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quam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lab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imusdae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tas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-10">
                <a:latin typeface="Imperial Sans Text"/>
                <a:cs typeface="Imperial Sans Text"/>
              </a:rPr>
              <a:t>x</a:t>
            </a:r>
            <a:r>
              <a:rPr dirty="0" smtClean="0" sz="1100" spc="10">
                <a:latin typeface="Imperial Sans Text"/>
                <a:cs typeface="Imperial Sans Text"/>
              </a:rPr>
              <a:t>erum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fugia.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37266" y="6657596"/>
            <a:ext cx="8828317" cy="6621238"/>
          </a:xfrm>
          <a:custGeom>
            <a:avLst/>
            <a:gdLst/>
            <a:ahLst/>
            <a:cxnLst/>
            <a:rect l="l" t="t" r="r" b="b"/>
            <a:pathLst>
              <a:path w="8828317" h="6621238">
                <a:moveTo>
                  <a:pt x="0" y="0"/>
                </a:moveTo>
                <a:lnTo>
                  <a:pt x="8828317" y="0"/>
                </a:lnTo>
                <a:lnTo>
                  <a:pt x="8828317" y="6621238"/>
                </a:lnTo>
                <a:lnTo>
                  <a:pt x="0" y="66212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4937266" y="6657596"/>
            <a:ext cx="8828317" cy="6621237"/>
          </a:xfrm>
          <a:custGeom>
            <a:avLst/>
            <a:gdLst/>
            <a:ahLst/>
            <a:cxnLst/>
            <a:rect l="l" t="t" r="r" b="b"/>
            <a:pathLst>
              <a:path w="8828317" h="6621237">
                <a:moveTo>
                  <a:pt x="0" y="0"/>
                </a:moveTo>
                <a:lnTo>
                  <a:pt x="8828317" y="0"/>
                </a:lnTo>
                <a:lnTo>
                  <a:pt x="8828317" y="6621237"/>
                </a:lnTo>
              </a:path>
              <a:path w="8828317" h="6621237">
                <a:moveTo>
                  <a:pt x="0" y="6621237"/>
                </a:moveTo>
                <a:lnTo>
                  <a:pt x="0" y="0"/>
                </a:lnTo>
              </a:path>
            </a:pathLst>
          </a:custGeom>
          <a:ln w="8828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924564" y="13362176"/>
            <a:ext cx="8856345" cy="21844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5000"/>
              </a:lnSpc>
            </a:pPr>
            <a:r>
              <a:rPr dirty="0" smtClean="0" sz="650" spc="-5" b="1">
                <a:latin typeface="Imperial Sans Text"/>
                <a:cs typeface="Imperial Sans Text"/>
              </a:rPr>
              <a:t>F</a:t>
            </a:r>
            <a:r>
              <a:rPr dirty="0" smtClean="0" sz="650" spc="0" b="1">
                <a:latin typeface="Imperial Sans Text"/>
                <a:cs typeface="Imperial Sans Text"/>
              </a:rPr>
              <a:t>igu</a:t>
            </a:r>
            <a:r>
              <a:rPr dirty="0" smtClean="0" sz="650" spc="-10" b="1">
                <a:latin typeface="Imperial Sans Text"/>
                <a:cs typeface="Imperial Sans Text"/>
              </a:rPr>
              <a:t>r</a:t>
            </a:r>
            <a:r>
              <a:rPr dirty="0" smtClean="0" sz="650" spc="0" b="1">
                <a:latin typeface="Imperial Sans Text"/>
                <a:cs typeface="Imperial Sans Text"/>
              </a:rPr>
              <a:t>e</a:t>
            </a:r>
            <a:r>
              <a:rPr dirty="0" smtClean="0" sz="650" spc="10" b="1">
                <a:latin typeface="Imperial Sans Text"/>
                <a:cs typeface="Imperial Sans Text"/>
              </a:rPr>
              <a:t> </a:t>
            </a:r>
            <a:r>
              <a:rPr dirty="0" smtClean="0" sz="650" spc="0" b="1">
                <a:latin typeface="Imperial Sans Text"/>
                <a:cs typeface="Imperial Sans Text"/>
              </a:rPr>
              <a:t>2: </a:t>
            </a:r>
            <a:r>
              <a:rPr dirty="0" smtClean="0" sz="650" spc="-65" b="1">
                <a:latin typeface="Imperial Sans Text"/>
                <a:cs typeface="Imperial Sans Text"/>
              </a:rPr>
              <a:t> </a:t>
            </a:r>
            <a:r>
              <a:rPr dirty="0" smtClean="0" sz="650" spc="-20">
                <a:latin typeface="Imperial Sans Text"/>
                <a:cs typeface="Imperial Sans Text"/>
              </a:rPr>
              <a:t>L</a:t>
            </a:r>
            <a:r>
              <a:rPr dirty="0" smtClean="0" sz="650" spc="0">
                <a:latin typeface="Imperial Sans Text"/>
                <a:cs typeface="Imperial Sans Text"/>
              </a:rPr>
              <a:t>o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em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ipsum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dolor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sit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am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t,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consec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tur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adipiscing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elit. </a:t>
            </a:r>
            <a:r>
              <a:rPr dirty="0" smtClean="0" sz="650" spc="-55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P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aesent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portti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or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cu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luctus,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impe</a:t>
            </a:r>
            <a:r>
              <a:rPr dirty="0" smtClean="0" sz="650" spc="-1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di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urna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iaculis,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mattis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os. </a:t>
            </a:r>
            <a:r>
              <a:rPr dirty="0" smtClean="0" sz="650" spc="-55">
                <a:latin typeface="Imperial Sans Text"/>
                <a:cs typeface="Imperial Sans Text"/>
              </a:rPr>
              <a:t> </a:t>
            </a:r>
            <a:r>
              <a:rPr dirty="0" smtClean="0" sz="650" spc="-10">
                <a:latin typeface="Imperial Sans Text"/>
                <a:cs typeface="Imperial Sans Text"/>
              </a:rPr>
              <a:t>P</a:t>
            </a:r>
            <a:r>
              <a:rPr dirty="0" smtClean="0" sz="650" spc="0">
                <a:latin typeface="Imperial Sans Text"/>
                <a:cs typeface="Imperial Sans Text"/>
              </a:rPr>
              <a:t>ellen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esque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iaculis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odio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v</a:t>
            </a:r>
            <a:r>
              <a:rPr dirty="0" smtClean="0" sz="650" spc="0">
                <a:latin typeface="Imperial Sans Text"/>
                <a:cs typeface="Imperial Sans Text"/>
              </a:rPr>
              <a:t>el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nisl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ullamcorpe</a:t>
            </a:r>
            <a:r>
              <a:rPr dirty="0" smtClean="0" sz="650" spc="-5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,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nec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-10">
                <a:latin typeface="Imperial Sans Text"/>
                <a:cs typeface="Imperial Sans Text"/>
              </a:rPr>
              <a:t>f</a:t>
            </a:r>
            <a:r>
              <a:rPr dirty="0" smtClean="0" sz="650" spc="0">
                <a:latin typeface="Imperial Sans Text"/>
                <a:cs typeface="Imperial Sans Text"/>
              </a:rPr>
              <a:t>aucibus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ipsum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mole</a:t>
            </a:r>
            <a:r>
              <a:rPr dirty="0" smtClean="0" sz="650" spc="-5">
                <a:latin typeface="Imperial Sans Text"/>
                <a:cs typeface="Imperial Sans Text"/>
              </a:rPr>
              <a:t>s</a:t>
            </a:r>
            <a:r>
              <a:rPr dirty="0" smtClean="0" sz="650" spc="0">
                <a:latin typeface="Imperial Sans Text"/>
                <a:cs typeface="Imperial Sans Text"/>
              </a:rPr>
              <a:t>tie. </a:t>
            </a:r>
            <a:r>
              <a:rPr dirty="0" smtClean="0" sz="650" spc="-55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S</a:t>
            </a:r>
            <a:r>
              <a:rPr dirty="0" smtClean="0" sz="650" spc="0">
                <a:latin typeface="Imperial Sans Text"/>
                <a:cs typeface="Imperial Sans Text"/>
              </a:rPr>
              <a:t>ed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dictum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nisl</a:t>
            </a:r>
            <a:r>
              <a:rPr dirty="0" smtClean="0" sz="650" spc="1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non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aliqu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</a:t>
            </a:r>
            <a:r>
              <a:rPr dirty="0" smtClean="0" sz="650" spc="1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portti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o</a:t>
            </a:r>
            <a:r>
              <a:rPr dirty="0" smtClean="0" sz="650" spc="-5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.</a:t>
            </a:r>
            <a:r>
              <a:rPr dirty="0" smtClean="0" sz="650" spc="0">
                <a:latin typeface="Imperial Sans Text"/>
                <a:cs typeface="Imperial Sans Text"/>
              </a:rPr>
              <a:t> </a:t>
            </a:r>
            <a:r>
              <a:rPr dirty="0" smtClean="0" sz="650" spc="-10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tiam vulputa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cu dignissim, </a:t>
            </a:r>
            <a:r>
              <a:rPr dirty="0" smtClean="0" sz="650" spc="0">
                <a:latin typeface="Imperial Sans Text"/>
                <a:cs typeface="Imperial Sans Text"/>
              </a:rPr>
              <a:t>finibus</a:t>
            </a:r>
            <a:r>
              <a:rPr dirty="0" smtClean="0" sz="650" spc="0">
                <a:latin typeface="Imperial Sans Text"/>
                <a:cs typeface="Imperial Sans Text"/>
              </a:rPr>
              <a:t> sem 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t, vi</a:t>
            </a:r>
            <a:r>
              <a:rPr dirty="0" smtClean="0" sz="650" spc="-5">
                <a:latin typeface="Imperial Sans Text"/>
                <a:cs typeface="Imperial Sans Text"/>
              </a:rPr>
              <a:t>v</a:t>
            </a:r>
            <a:r>
              <a:rPr dirty="0" smtClean="0" sz="650" spc="0">
                <a:latin typeface="Imperial Sans Text"/>
                <a:cs typeface="Imperial Sans Text"/>
              </a:rPr>
              <a:t>er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a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nisl.</a:t>
            </a:r>
            <a:r>
              <a:rPr dirty="0" smtClean="0" sz="650" spc="45">
                <a:latin typeface="Imperial Sans Text"/>
                <a:cs typeface="Imperial Sans Text"/>
              </a:rPr>
              <a:t> </a:t>
            </a:r>
            <a:r>
              <a:rPr dirty="0" smtClean="0" sz="650" spc="-10">
                <a:latin typeface="Imperial Sans Text"/>
                <a:cs typeface="Imperial Sans Text"/>
              </a:rPr>
              <a:t>A</a:t>
            </a:r>
            <a:r>
              <a:rPr dirty="0" smtClean="0" sz="650" spc="0">
                <a:latin typeface="Imperial Sans Text"/>
                <a:cs typeface="Imperial Sans Text"/>
              </a:rPr>
              <a:t>enean luctus congue massa, ut lao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m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tus orna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in.</a:t>
            </a:r>
            <a:r>
              <a:rPr dirty="0" smtClean="0" sz="650" spc="45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N</a:t>
            </a:r>
            <a:r>
              <a:rPr dirty="0" smtClean="0" sz="650" spc="0">
                <a:latin typeface="Imperial Sans Text"/>
                <a:cs typeface="Imperial Sans Text"/>
              </a:rPr>
              <a:t>unc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-10">
                <a:latin typeface="Imperial Sans Text"/>
                <a:cs typeface="Imperial Sans Text"/>
              </a:rPr>
              <a:t>f</a:t>
            </a:r>
            <a:r>
              <a:rPr dirty="0" smtClean="0" sz="650" spc="0">
                <a:latin typeface="Imperial Sans Text"/>
                <a:cs typeface="Imperial Sans Text"/>
              </a:rPr>
              <a:t>ermentum nisi impe</a:t>
            </a:r>
            <a:r>
              <a:rPr dirty="0" smtClean="0" sz="650" spc="-1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di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 lectus tincidunt </a:t>
            </a:r>
            <a:r>
              <a:rPr dirty="0" smtClean="0" sz="650" spc="-5">
                <a:latin typeface="Imperial Sans Text"/>
                <a:cs typeface="Imperial Sans Text"/>
              </a:rPr>
              <a:t>v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5">
                <a:latin typeface="Imperial Sans Text"/>
                <a:cs typeface="Imperial Sans Text"/>
              </a:rPr>
              <a:t>s</a:t>
            </a:r>
            <a:r>
              <a:rPr dirty="0" smtClean="0" sz="650" spc="0">
                <a:latin typeface="Imperial Sans Text"/>
                <a:cs typeface="Imperial Sans Text"/>
              </a:rPr>
              <a:t>tibulum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at ac elit.</a:t>
            </a:r>
            <a:endParaRPr sz="650">
              <a:latin typeface="Imperial Sans Text"/>
              <a:cs typeface="Imperial Sans Tex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24564" y="13550295"/>
            <a:ext cx="4174490" cy="216789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9950" b="1">
                <a:solidFill>
                  <a:srgbClr val="000080"/>
                </a:solidFill>
                <a:latin typeface="Imperial Sans Text Extrabold"/>
                <a:cs typeface="Imperial Sans Text Extrabold"/>
              </a:rPr>
              <a:t>95%</a:t>
            </a:r>
            <a:endParaRPr sz="9950">
              <a:latin typeface="Imperial Sans Text Extrabold"/>
              <a:cs typeface="Imperial Sans Text Extrabold"/>
            </a:endParaRPr>
          </a:p>
          <a:p>
            <a:pPr>
              <a:lnSpc>
                <a:spcPts val="550"/>
              </a:lnSpc>
              <a:spcBef>
                <a:spcPts val="36"/>
              </a:spcBef>
            </a:pPr>
            <a:endParaRPr sz="550"/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cam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4564" y="16026249"/>
            <a:ext cx="3959225" cy="229489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17475">
              <a:lnSpc>
                <a:spcPct val="104400"/>
              </a:lnSpc>
            </a:pPr>
            <a:r>
              <a:rPr dirty="0" smtClean="0" sz="2800" spc="-15" b="1">
                <a:solidFill>
                  <a:srgbClr val="000080"/>
                </a:solidFill>
                <a:latin typeface="Imperial Sans Text"/>
                <a:cs typeface="Imperial Sans Text"/>
              </a:rPr>
              <a:t>A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rum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alis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dolum aut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pe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 dolo</a:t>
            </a:r>
            <a:r>
              <a:rPr dirty="0" smtClean="0" sz="2800" spc="-30" b="1">
                <a:solidFill>
                  <a:srgbClr val="000080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2800" spc="-15" b="1">
                <a:solidFill>
                  <a:srgbClr val="000080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2800" spc="-30" b="1">
                <a:solidFill>
                  <a:srgbClr val="000080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em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cone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-30" b="1">
                <a:solidFill>
                  <a:srgbClr val="000080"/>
                </a:solidFill>
                <a:latin typeface="Imperial Sans Text"/>
                <a:cs typeface="Imperial Sans Text"/>
              </a:rPr>
              <a:t>v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ertis</a:t>
            </a:r>
            <a:endParaRPr sz="2800">
              <a:latin typeface="Imperial Sans Text"/>
              <a:cs typeface="Imperial Sans Text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82"/>
              </a:spcBef>
            </a:pPr>
            <a:endParaRPr sz="1200"/>
          </a:p>
          <a:p>
            <a:pPr marL="195580" indent="-183515">
              <a:lnSpc>
                <a:spcPct val="100000"/>
              </a:lnSpc>
              <a:buClr>
                <a:srgbClr val="0000CD"/>
              </a:buClr>
              <a:buFont typeface="Imperial Sans Text"/>
              <a:buChar char="•"/>
              <a:tabLst>
                <a:tab pos="195580" algn="l"/>
              </a:tabLst>
            </a:pPr>
            <a:r>
              <a:rPr dirty="0" smtClean="0" sz="1650" spc="-35">
                <a:latin typeface="Imperial Sans Text"/>
                <a:cs typeface="Imperial Sans Text"/>
              </a:rPr>
              <a:t>L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2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ipsum</a:t>
            </a:r>
            <a:endParaRPr sz="1650">
              <a:latin typeface="Imperial Sans Text"/>
              <a:cs typeface="Imperial Sans Text"/>
            </a:endParaRPr>
          </a:p>
          <a:p>
            <a:pPr marL="195580" marR="12700" indent="-183515">
              <a:lnSpc>
                <a:spcPct val="113399"/>
              </a:lnSpc>
              <a:buClr>
                <a:srgbClr val="0000CD"/>
              </a:buClr>
              <a:buFont typeface="Imperial Sans Text"/>
              <a:buChar char="•"/>
              <a:tabLst>
                <a:tab pos="195580" algn="l"/>
              </a:tabLst>
            </a:pPr>
            <a:r>
              <a:rPr dirty="0" smtClean="0" sz="1650" spc="-35">
                <a:latin typeface="Imperial Sans Text"/>
                <a:cs typeface="Imperial Sans Text"/>
              </a:rPr>
              <a:t>L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2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ipsum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dolor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sit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am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t,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consec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10">
                <a:latin typeface="Imperial Sans Text"/>
                <a:cs typeface="Imperial Sans Text"/>
              </a:rPr>
              <a:t> adipiscing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elit.</a:t>
            </a:r>
            <a:endParaRPr sz="1650">
              <a:latin typeface="Imperial Sans Text"/>
              <a:cs typeface="Imperial Sans Text"/>
            </a:endParaRPr>
          </a:p>
          <a:p>
            <a:pPr marL="195580" indent="-183515">
              <a:lnSpc>
                <a:spcPct val="100000"/>
              </a:lnSpc>
              <a:spcBef>
                <a:spcPts val="265"/>
              </a:spcBef>
              <a:buClr>
                <a:srgbClr val="0000CD"/>
              </a:buClr>
              <a:buFont typeface="Imperial Sans Text"/>
              <a:buChar char="•"/>
              <a:tabLst>
                <a:tab pos="195580" algn="l"/>
              </a:tabLst>
            </a:pP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aesent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portti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-110">
                <a:latin typeface="Imperial Sans Text"/>
                <a:cs typeface="Imperial Sans Text"/>
              </a:rPr>
              <a:t>r</a:t>
            </a:r>
            <a:r>
              <a:rPr dirty="0" smtClean="0" sz="1650" spc="5">
                <a:latin typeface="Imperial Sans Text"/>
                <a:cs typeface="Imperial Sans Text"/>
              </a:rPr>
              <a:t>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39112" y="3192338"/>
            <a:ext cx="4373245" cy="134810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ection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itle</a:t>
            </a:r>
            <a:endParaRPr sz="2800">
              <a:latin typeface="Imperial Sans Text Medium"/>
              <a:cs typeface="Imperial Sans Text Medium"/>
            </a:endParaRPr>
          </a:p>
          <a:p>
            <a:pPr>
              <a:lnSpc>
                <a:spcPts val="550"/>
              </a:lnSpc>
              <a:spcBef>
                <a:spcPts val="18"/>
              </a:spcBef>
            </a:pPr>
            <a:endParaRPr sz="550"/>
          </a:p>
          <a:p>
            <a:pPr>
              <a:lnSpc>
                <a:spcPts val="1000"/>
              </a:lnSpc>
            </a:pPr>
            <a:endParaRPr sz="1000"/>
          </a:p>
          <a:p>
            <a:pPr marL="12700" marR="12700">
              <a:lnSpc>
                <a:spcPct val="106300"/>
              </a:lnSpc>
            </a:pP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10">
                <a:latin typeface="Imperial Sans Text"/>
                <a:cs typeface="Imperial Sans Text"/>
              </a:rPr>
              <a:t>bisim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quiae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porum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ea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olo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enis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eic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andae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nus,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xpligen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ecum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quo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magnihit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inis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sunt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di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dolu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ta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tiun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ipid</a:t>
            </a:r>
            <a:r>
              <a:rPr dirty="0" smtClean="0" sz="1100" spc="10">
                <a:latin typeface="Imperial Sans Text"/>
                <a:cs typeface="Imperial Sans Text"/>
              </a:rPr>
              <a:t> molu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-5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quam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idio.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tinturia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10">
                <a:latin typeface="Imperial Sans Text"/>
                <a:cs typeface="Imperial Sans Text"/>
              </a:rPr>
              <a:t>ellam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in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none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elit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quat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landi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ium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f</a:t>
            </a:r>
            <a:r>
              <a:rPr dirty="0" smtClean="0" sz="1100" spc="5">
                <a:latin typeface="Imperial Sans Text"/>
                <a:cs typeface="Imperial Sans Text"/>
              </a:rPr>
              <a:t>aci</a:t>
            </a:r>
            <a:r>
              <a:rPr dirty="0" smtClean="0" sz="1100" spc="10">
                <a:latin typeface="Imperial Sans Text"/>
                <a:cs typeface="Imperial Sans Text"/>
              </a:rPr>
              <a:t> dolum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cus.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39112" y="4709691"/>
            <a:ext cx="4372610" cy="107823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6300"/>
              </a:lnSpc>
            </a:pPr>
            <a:r>
              <a:rPr dirty="0" smtClean="0" sz="1100" spc="-20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ad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enihillum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enderi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aeperib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ciligendae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non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eossun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10">
                <a:latin typeface="Imperial Sans Text"/>
                <a:cs typeface="Imperial Sans Text"/>
              </a:rPr>
              <a:t> magni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t.</a:t>
            </a:r>
            <a:r>
              <a:rPr dirty="0" smtClean="0" sz="1100" spc="0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n</a:t>
            </a:r>
            <a:r>
              <a:rPr dirty="0" smtClean="0" sz="1100" spc="5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-75">
                <a:latin typeface="Imperial Sans Text"/>
                <a:cs typeface="Imperial Sans Text"/>
              </a:rPr>
              <a:t>r</a:t>
            </a:r>
            <a:r>
              <a:rPr dirty="0" smtClean="0" sz="1100" spc="0">
                <a:latin typeface="Imperial Sans Text"/>
                <a:cs typeface="Imperial Sans Text"/>
              </a:rPr>
              <a:t>,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olorit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esedipit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olo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eium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apiendae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el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id</a:t>
            </a:r>
            <a:r>
              <a:rPr dirty="0" smtClean="0" sz="1100" spc="10">
                <a:latin typeface="Imperial Sans Text"/>
                <a:cs typeface="Imperial Sans Text"/>
              </a:rPr>
              <a:t> endes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dolo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10">
                <a:latin typeface="Imperial Sans Text"/>
                <a:cs typeface="Imperial Sans Text"/>
              </a:rPr>
              <a:t>x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tur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mos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planit,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non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eosam,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sentiis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aut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abo.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tur</a:t>
            </a:r>
            <a:r>
              <a:rPr dirty="0" smtClean="0" sz="1100" spc="5">
                <a:latin typeface="Imperial Sans Text"/>
                <a:cs typeface="Imperial Sans Text"/>
              </a:rPr>
              <a:t> alissiment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quias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1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?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hit,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lab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imusdae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tas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-10">
                <a:latin typeface="Imperial Sans Text"/>
                <a:cs typeface="Imperial Sans Text"/>
              </a:rPr>
              <a:t>x</a:t>
            </a:r>
            <a:r>
              <a:rPr dirty="0" smtClean="0" sz="1100" spc="10">
                <a:latin typeface="Imperial Sans Text"/>
                <a:cs typeface="Imperial Sans Text"/>
              </a:rPr>
              <a:t>erum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fugia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dis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e,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cus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maximpo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erum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quis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aliquam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aut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a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dolumqu</a:t>
            </a:r>
            <a:r>
              <a:rPr dirty="0" smtClean="0" sz="1100" spc="0">
                <a:latin typeface="Imperial Sans Text"/>
                <a:cs typeface="Imperial Sans Text"/>
              </a:rPr>
              <a:t> i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1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?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Quidus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minit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39112" y="5957646"/>
            <a:ext cx="4023360" cy="36512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6300"/>
              </a:lnSpc>
            </a:pP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15">
                <a:latin typeface="Imperial Sans Text"/>
                <a:cs typeface="Imperial Sans Text"/>
              </a:rPr>
              <a:t>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con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occaerum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ant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eatibusdae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sit,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nus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1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?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</a:t>
            </a:r>
            <a:r>
              <a:rPr dirty="0" smtClean="0" sz="1100" spc="5">
                <a:latin typeface="Imperial Sans Text"/>
                <a:cs typeface="Imperial Sans Text"/>
              </a:rPr>
              <a:t>incia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cone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10">
                <a:latin typeface="Imperial Sans Text"/>
                <a:cs typeface="Imperial Sans Text"/>
              </a:rPr>
              <a:t>erum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dis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nobitatur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sequodi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oriaepuda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sim.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39112" y="13810733"/>
            <a:ext cx="4293870" cy="183896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ection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itle</a:t>
            </a:r>
            <a:endParaRPr sz="2800">
              <a:latin typeface="Imperial Sans Text Medium"/>
              <a:cs typeface="Imperial Sans Text Medium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83"/>
              </a:spcBef>
            </a:pPr>
            <a:endParaRPr sz="1000"/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xpeb</a:t>
            </a:r>
            <a:r>
              <a:rPr dirty="0" smtClean="0" sz="1650" spc="10">
                <a:latin typeface="Imperial Sans Text"/>
                <a:cs typeface="Imperial Sans Text"/>
              </a:rPr>
              <a:t> 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olu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5">
                <a:latin typeface="Imperial Sans Text"/>
                <a:cs typeface="Imperial Sans Text"/>
              </a:rPr>
              <a:t>tam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tio.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39112" y="15961945"/>
            <a:ext cx="4198620" cy="111379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35" b="1">
                <a:latin typeface="Imperial Sans Text"/>
                <a:cs typeface="Imperial Sans Text"/>
              </a:rPr>
              <a:t>A</a:t>
            </a:r>
            <a:r>
              <a:rPr dirty="0" smtClean="0" sz="1650" spc="0" b="1">
                <a:latin typeface="Imperial Sans Text"/>
                <a:cs typeface="Imperial Sans Text"/>
              </a:rPr>
              <a:t>ffili</a:t>
            </a:r>
            <a:r>
              <a:rPr dirty="0" smtClean="0" sz="1650" spc="-10" b="1">
                <a:latin typeface="Imperial Sans Text"/>
                <a:cs typeface="Imperial Sans Text"/>
              </a:rPr>
              <a:t>a</a:t>
            </a:r>
            <a:r>
              <a:rPr dirty="0" smtClean="0" sz="1650" spc="15" b="1">
                <a:latin typeface="Imperial Sans Text"/>
                <a:cs typeface="Imperial Sans Text"/>
              </a:rPr>
              <a:t>tions</a:t>
            </a:r>
            <a:endParaRPr sz="1650">
              <a:latin typeface="Imperial Sans Text"/>
              <a:cs typeface="Imperial Sans Text"/>
            </a:endParaRPr>
          </a:p>
          <a:p>
            <a:pPr marL="117475" indent="-105410">
              <a:lnSpc>
                <a:spcPct val="100000"/>
              </a:lnSpc>
              <a:spcBef>
                <a:spcPts val="265"/>
              </a:spcBef>
              <a:buSzPct val="69696"/>
              <a:buFont typeface="Imperial Sans Text"/>
              <a:buAutoNum type="arabicPlain"/>
              <a:tabLst>
                <a:tab pos="117475" algn="l"/>
              </a:tabLst>
            </a:pPr>
            <a:r>
              <a:rPr dirty="0" smtClean="0" sz="1650" spc="15">
                <a:latin typeface="Imperial Sans Text"/>
                <a:cs typeface="Imperial Sans Text"/>
              </a:rPr>
              <a:t>D</a:t>
            </a:r>
            <a:r>
              <a:rPr dirty="0" smtClean="0" sz="1650" spc="15">
                <a:latin typeface="Imperial Sans Text"/>
                <a:cs typeface="Imperial Sans Text"/>
              </a:rPr>
              <a:t>epartment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15">
                <a:latin typeface="Imperial Sans Text"/>
                <a:cs typeface="Imperial Sans Text"/>
              </a:rPr>
              <a:t>ame,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5">
                <a:latin typeface="Imperial Sans Text"/>
                <a:cs typeface="Imperial Sans Text"/>
              </a:rPr>
              <a:t>mperial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</a:t>
            </a:r>
            <a:r>
              <a:rPr dirty="0" smtClean="0" sz="1650" spc="10">
                <a:latin typeface="Imperial Sans Text"/>
                <a:cs typeface="Imperial Sans Text"/>
              </a:rPr>
              <a:t>ollege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-35">
                <a:latin typeface="Imperial Sans Text"/>
                <a:cs typeface="Imperial Sans Text"/>
              </a:rPr>
              <a:t>L</a:t>
            </a:r>
            <a:r>
              <a:rPr dirty="0" smtClean="0" sz="1650" spc="15">
                <a:latin typeface="Imperial Sans Text"/>
                <a:cs typeface="Imperial Sans Text"/>
              </a:rPr>
              <a:t>ondon</a:t>
            </a:r>
            <a:endParaRPr sz="1650">
              <a:latin typeface="Imperial Sans Text"/>
              <a:cs typeface="Imperial Sans Text"/>
            </a:endParaRPr>
          </a:p>
          <a:p>
            <a:pPr marL="145415" indent="-133350">
              <a:lnSpc>
                <a:spcPct val="100000"/>
              </a:lnSpc>
              <a:spcBef>
                <a:spcPts val="265"/>
              </a:spcBef>
              <a:buSzPct val="69696"/>
              <a:buFont typeface="Imperial Sans Text"/>
              <a:buAutoNum type="arabicPlain"/>
              <a:tabLst>
                <a:tab pos="145415" algn="l"/>
              </a:tabLst>
            </a:pPr>
            <a:r>
              <a:rPr dirty="0" smtClean="0" sz="1650" spc="0">
                <a:latin typeface="Imperial Sans Text"/>
                <a:cs typeface="Imperial Sans Text"/>
              </a:rPr>
              <a:t>U</a:t>
            </a:r>
            <a:r>
              <a:rPr dirty="0" smtClean="0" sz="1650" spc="10">
                <a:latin typeface="Imperial Sans Text"/>
                <a:cs typeface="Imperial Sans Text"/>
              </a:rPr>
              <a:t>ni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1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sity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20">
                <a:latin typeface="Imperial Sans Text"/>
                <a:cs typeface="Imperial Sans Text"/>
              </a:rPr>
              <a:t>ame</a:t>
            </a:r>
            <a:endParaRPr sz="1650">
              <a:latin typeface="Imperial Sans Text"/>
              <a:cs typeface="Imperial Sans Text"/>
            </a:endParaRPr>
          </a:p>
          <a:p>
            <a:pPr marL="146685" indent="-134620">
              <a:lnSpc>
                <a:spcPct val="100000"/>
              </a:lnSpc>
              <a:spcBef>
                <a:spcPts val="265"/>
              </a:spcBef>
              <a:buSzPct val="69696"/>
              <a:buFont typeface="Imperial Sans Text"/>
              <a:buAutoNum type="arabicPlain"/>
              <a:tabLst>
                <a:tab pos="146685" algn="l"/>
              </a:tabLst>
            </a:pP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titu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20">
                <a:latin typeface="Imperial Sans Text"/>
                <a:cs typeface="Imperial Sans Text"/>
              </a:rPr>
              <a:t>ame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39112" y="17388180"/>
            <a:ext cx="841375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10" b="1">
                <a:latin typeface="Imperial Sans Text"/>
                <a:cs typeface="Imperial Sans Text"/>
              </a:rPr>
              <a:t>F</a:t>
            </a:r>
            <a:r>
              <a:rPr dirty="0" smtClean="0" sz="1650" spc="15" b="1">
                <a:latin typeface="Imperial Sans Text"/>
                <a:cs typeface="Imperial Sans Text"/>
              </a:rPr>
              <a:t>unde</a:t>
            </a:r>
            <a:r>
              <a:rPr dirty="0" smtClean="0" sz="1650" spc="5" b="1">
                <a:latin typeface="Imperial Sans Text"/>
                <a:cs typeface="Imperial Sans Text"/>
              </a:rPr>
              <a:t>r</a:t>
            </a:r>
            <a:r>
              <a:rPr dirty="0" smtClean="0" sz="1650" spc="15" b="1">
                <a:latin typeface="Imperial Sans Text"/>
                <a:cs typeface="Imperial Sans Text"/>
              </a:rPr>
              <a:t>s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451812" y="17840063"/>
            <a:ext cx="2390025" cy="704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2276340" y="17689259"/>
            <a:ext cx="1520875" cy="855492"/>
          </a:xfrm>
          <a:custGeom>
            <a:avLst/>
            <a:gdLst/>
            <a:ahLst/>
            <a:cxnLst/>
            <a:rect l="l" t="t" r="r" b="b"/>
            <a:pathLst>
              <a:path w="1520875" h="855492">
                <a:moveTo>
                  <a:pt x="0" y="0"/>
                </a:moveTo>
                <a:lnTo>
                  <a:pt x="1520875" y="0"/>
                </a:lnTo>
                <a:lnTo>
                  <a:pt x="1520875" y="855492"/>
                </a:lnTo>
                <a:lnTo>
                  <a:pt x="0" y="8554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2276340" y="17689259"/>
            <a:ext cx="1520875" cy="855492"/>
          </a:xfrm>
          <a:custGeom>
            <a:avLst/>
            <a:gdLst/>
            <a:ahLst/>
            <a:cxnLst/>
            <a:rect l="l" t="t" r="r" b="b"/>
            <a:pathLst>
              <a:path w="1520875" h="855492">
                <a:moveTo>
                  <a:pt x="0" y="0"/>
                </a:moveTo>
                <a:lnTo>
                  <a:pt x="1520875" y="0"/>
                </a:lnTo>
                <a:lnTo>
                  <a:pt x="1520875" y="855492"/>
                </a:lnTo>
                <a:lnTo>
                  <a:pt x="0" y="855492"/>
                </a:lnTo>
                <a:lnTo>
                  <a:pt x="0" y="0"/>
                </a:lnTo>
              </a:path>
            </a:pathLst>
          </a:custGeom>
          <a:ln w="317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422709" y="19047600"/>
            <a:ext cx="13374569" cy="0"/>
          </a:xfrm>
          <a:custGeom>
            <a:avLst/>
            <a:gdLst/>
            <a:ahLst/>
            <a:cxnLst/>
            <a:rect l="l" t="t" r="r" b="b"/>
            <a:pathLst>
              <a:path w="13374569" h="0">
                <a:moveTo>
                  <a:pt x="0" y="0"/>
                </a:moveTo>
                <a:lnTo>
                  <a:pt x="13374569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97309" y="15805066"/>
          <a:ext cx="4209430" cy="19386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627"/>
                <a:gridCol w="1479294"/>
                <a:gridCol w="1313508"/>
              </a:tblGrid>
              <a:tr h="24057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mtClean="0" sz="650" spc="-55" b="1">
                          <a:latin typeface="Imperial Sans Text"/>
                          <a:cs typeface="Imperial Sans Text"/>
                        </a:rPr>
                        <a:t>T</a:t>
                      </a:r>
                      <a:r>
                        <a:rPr dirty="0" smtClean="0" sz="650" spc="0" b="1">
                          <a:latin typeface="Imperial Sans Text"/>
                          <a:cs typeface="Imperial Sans Text"/>
                        </a:rPr>
                        <a:t>able</a:t>
                      </a:r>
                      <a:r>
                        <a:rPr dirty="0" smtClean="0" sz="650" spc="-5" b="1">
                          <a:latin typeface="Imperial Sans Text"/>
                          <a:cs typeface="Imperial Sans Text"/>
                        </a:rPr>
                        <a:t> </a:t>
                      </a:r>
                      <a:r>
                        <a:rPr dirty="0" smtClean="0" sz="650" spc="0" b="1">
                          <a:latin typeface="Imperial Sans Text"/>
                          <a:cs typeface="Imperial Sans Text"/>
                        </a:rPr>
                        <a:t>1:</a:t>
                      </a:r>
                      <a:r>
                        <a:rPr dirty="0" smtClean="0" sz="650" spc="40" b="1">
                          <a:latin typeface="Imperial Sans Text"/>
                          <a:cs typeface="Imperial Sans Text"/>
                        </a:rPr>
                        <a:t> </a:t>
                      </a:r>
                      <a:r>
                        <a:rPr dirty="0" smtClean="0" sz="650" spc="0">
                          <a:latin typeface="Imperial Sans Text"/>
                          <a:cs typeface="Imperial Sans Text"/>
                        </a:rPr>
                        <a:t>Experimental </a:t>
                      </a:r>
                      <a:r>
                        <a:rPr dirty="0" smtClean="0" sz="650" spc="-15">
                          <a:latin typeface="Imperial Sans Text"/>
                          <a:cs typeface="Imperial Sans Text"/>
                        </a:rPr>
                        <a:t>r</a:t>
                      </a:r>
                      <a:r>
                        <a:rPr dirty="0" smtClean="0" sz="650" spc="0">
                          <a:latin typeface="Imperial Sans Text"/>
                          <a:cs typeface="Imperial Sans Text"/>
                        </a:rPr>
                        <a:t>esults.</a:t>
                      </a:r>
                      <a:endParaRPr sz="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/>
                      <a:endParaRPr sz="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9378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dirty="0" smtClean="0" sz="1650" spc="-150">
                          <a:latin typeface="Imperial Sans Text"/>
                          <a:cs typeface="Imperial Sans Text"/>
                        </a:rPr>
                        <a:t>T</a:t>
                      </a:r>
                      <a:r>
                        <a:rPr dirty="0" smtClean="0" sz="1650" spc="-35">
                          <a:latin typeface="Imperial Sans Text"/>
                          <a:cs typeface="Imperial Sans Text"/>
                        </a:rPr>
                        <a:t>r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e</a:t>
                      </a:r>
                      <a:r>
                        <a:rPr dirty="0" smtClean="0" sz="1650" spc="-5">
                          <a:latin typeface="Imperial Sans Text"/>
                          <a:cs typeface="Imperial Sans Text"/>
                        </a:rPr>
                        <a:t>a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tment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T w="17115">
                      <a:solidFill>
                        <a:srgbClr val="000000"/>
                      </a:solidFill>
                      <a:prstDash val="solid"/>
                    </a:lnT>
                    <a:lnB w="106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Quantity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T w="17115">
                      <a:solidFill>
                        <a:srgbClr val="000000"/>
                      </a:solidFill>
                      <a:prstDash val="solid"/>
                    </a:lnT>
                    <a:lnB w="106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</a:pPr>
                      <a:r>
                        <a:rPr dirty="0" smtClean="0" sz="1650" spc="-25">
                          <a:latin typeface="Imperial Sans Text"/>
                          <a:cs typeface="Imperial Sans Text"/>
                        </a:rPr>
                        <a:t>R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esponse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T w="17115">
                      <a:solidFill>
                        <a:srgbClr val="000000"/>
                      </a:solidFill>
                      <a:prstDash val="solid"/>
                    </a:lnT>
                    <a:lnB w="1069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1208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AAA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T w="10697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10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T w="10697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-25">
                          <a:latin typeface="Imperial Sans Text"/>
                          <a:cs typeface="Imperial Sans Text"/>
                        </a:rPr>
                        <a:t>.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944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T w="10697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245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AAA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150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.527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</a:tr>
              <a:tr h="285245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BBB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275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20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8815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.263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</a:tr>
              <a:tr h="359842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BBB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2</a:t>
                      </a: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,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000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6120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.818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09" y="1376646"/>
            <a:ext cx="7136130" cy="81089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ts val="3429"/>
              </a:lnSpc>
            </a:pPr>
            <a:r>
              <a:rPr dirty="0" smtClean="0" sz="2900" spc="-1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itle</a:t>
            </a:r>
            <a:endParaRPr sz="2900">
              <a:latin typeface="Imperial Sans Text"/>
              <a:cs typeface="Imperial Sans Text"/>
            </a:endParaRPr>
          </a:p>
          <a:p>
            <a:pPr marL="12700">
              <a:lnSpc>
                <a:spcPts val="2950"/>
              </a:lnSpc>
            </a:pPr>
            <a:r>
              <a:rPr dirty="0" smtClean="0" sz="2900" spc="-15" b="1">
                <a:solidFill>
                  <a:srgbClr val="0000CD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hort</a:t>
            </a:r>
            <a:r>
              <a:rPr dirty="0" smtClean="0" sz="2900" spc="-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and snap</a:t>
            </a:r>
            <a:r>
              <a:rPr dirty="0" smtClean="0" sz="2900" spc="-30" b="1">
                <a:solidFill>
                  <a:srgbClr val="0000CD"/>
                </a:solidFill>
                <a:latin typeface="Imperial Sans Text"/>
                <a:cs typeface="Imperial Sans Text"/>
              </a:rPr>
              <a:t>p</a:t>
            </a:r>
            <a:r>
              <a:rPr dirty="0" smtClean="0" sz="2900" spc="-130" b="1">
                <a:solidFill>
                  <a:srgbClr val="0000CD"/>
                </a:solidFill>
                <a:latin typeface="Imperial Sans Text"/>
                <a:cs typeface="Imperial Sans Text"/>
              </a:rPr>
              <a:t>y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,</a:t>
            </a:r>
            <a:r>
              <a:rPr dirty="0" smtClean="0" sz="2900" spc="-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with the</a:t>
            </a:r>
            <a:r>
              <a:rPr dirty="0" smtClean="0" sz="2900" spc="-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900" spc="0" b="1">
                <a:solidFill>
                  <a:srgbClr val="0000CD"/>
                </a:solidFill>
                <a:latin typeface="Imperial Sans Text"/>
                <a:cs typeface="Imperial Sans Text"/>
              </a:rPr>
              <a:t>main message</a:t>
            </a:r>
            <a:endParaRPr sz="2900">
              <a:latin typeface="Imperial Sans Text"/>
              <a:cs typeface="Imperial Sans Tex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31100" y="1279993"/>
            <a:ext cx="0" cy="1640996"/>
          </a:xfrm>
          <a:custGeom>
            <a:avLst/>
            <a:gdLst/>
            <a:ahLst/>
            <a:cxnLst/>
            <a:rect l="l" t="t" r="r" b="b"/>
            <a:pathLst>
              <a:path w="0" h="1640996">
                <a:moveTo>
                  <a:pt x="0" y="1640996"/>
                </a:moveTo>
                <a:lnTo>
                  <a:pt x="0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66467" y="1417905"/>
            <a:ext cx="2337435" cy="86233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 indent="0">
              <a:lnSpc>
                <a:spcPct val="113399"/>
              </a:lnSpc>
            </a:pP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N</a:t>
            </a:r>
            <a:r>
              <a:rPr dirty="0" smtClean="0" sz="1650" spc="20" b="1">
                <a:solidFill>
                  <a:srgbClr val="0000CD"/>
                </a:solidFill>
                <a:latin typeface="Imperial Sans Text"/>
                <a:cs typeface="Imperial Sans Text"/>
              </a:rPr>
              <a:t>ame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f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contribu</a:t>
            </a:r>
            <a:r>
              <a:rPr dirty="0" smtClean="0" sz="1650" spc="-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baseline="28985" sz="1725" spc="7" b="1">
                <a:solidFill>
                  <a:srgbClr val="0000CD"/>
                </a:solidFill>
                <a:latin typeface="Imperial Sans Text"/>
                <a:cs typeface="Imperial Sans Text"/>
              </a:rPr>
              <a:t>1,</a:t>
            </a:r>
            <a:r>
              <a:rPr dirty="0" smtClean="0" baseline="28985" sz="1725" spc="7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baseline="28985" sz="1725" spc="44" b="1">
                <a:solidFill>
                  <a:srgbClr val="0000CD"/>
                </a:solidFill>
                <a:latin typeface="Imperial Sans Text"/>
                <a:cs typeface="Imperial Sans Text"/>
              </a:rPr>
              <a:t>2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,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N</a:t>
            </a:r>
            <a:r>
              <a:rPr dirty="0" smtClean="0" sz="1650" spc="20" b="1">
                <a:solidFill>
                  <a:srgbClr val="0000CD"/>
                </a:solidFill>
                <a:latin typeface="Imperial Sans Text"/>
                <a:cs typeface="Imperial Sans Text"/>
              </a:rPr>
              <a:t>ame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f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contribu</a:t>
            </a:r>
            <a:r>
              <a:rPr dirty="0" smtClean="0" sz="1650" spc="-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or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16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,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N</a:t>
            </a:r>
            <a:r>
              <a:rPr dirty="0" smtClean="0" sz="1650" spc="20" b="1">
                <a:solidFill>
                  <a:srgbClr val="0000CD"/>
                </a:solidFill>
                <a:latin typeface="Imperial Sans Text"/>
                <a:cs typeface="Imperial Sans Text"/>
              </a:rPr>
              <a:t>ame</a:t>
            </a:r>
            <a:r>
              <a:rPr dirty="0" smtClean="0" sz="1650" spc="5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f</a:t>
            </a:r>
            <a:r>
              <a:rPr dirty="0" smtClean="0" sz="1650" spc="10" b="1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contribu</a:t>
            </a:r>
            <a:r>
              <a:rPr dirty="0" smtClean="0" sz="1650" spc="-5" b="1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 b="1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0" b="1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baseline="28985" sz="1725" spc="15" b="1">
                <a:solidFill>
                  <a:srgbClr val="0000CD"/>
                </a:solidFill>
                <a:latin typeface="Imperial Sans Text"/>
                <a:cs typeface="Imperial Sans Text"/>
              </a:rPr>
              <a:t>3</a:t>
            </a:r>
            <a:endParaRPr baseline="28985" sz="1725">
              <a:latin typeface="Imperial Sans Text"/>
              <a:cs typeface="Imperial Sans Tex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9004" y="1722716"/>
            <a:ext cx="88900" cy="18415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150" spc="5" b="1">
                <a:solidFill>
                  <a:srgbClr val="0000CD"/>
                </a:solidFill>
                <a:latin typeface="Imperial Sans Text"/>
                <a:cs typeface="Imperial Sans Text"/>
              </a:rPr>
              <a:t>1</a:t>
            </a:r>
            <a:endParaRPr sz="1150">
              <a:latin typeface="Imperial Sans Text"/>
              <a:cs typeface="Imperial Sans Tex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2709" y="2926937"/>
            <a:ext cx="13336412" cy="0"/>
          </a:xfrm>
          <a:custGeom>
            <a:avLst/>
            <a:gdLst/>
            <a:ahLst/>
            <a:cxnLst/>
            <a:rect l="l" t="t" r="r" b="b"/>
            <a:pathLst>
              <a:path w="13336412" h="0">
                <a:moveTo>
                  <a:pt x="0" y="0"/>
                </a:moveTo>
                <a:lnTo>
                  <a:pt x="13336412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0009" y="3226075"/>
            <a:ext cx="3992245" cy="82867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0" b="1">
                <a:latin typeface="Imperial Sans Text"/>
                <a:cs typeface="Imperial Sans Text"/>
              </a:rPr>
              <a:t>S</a:t>
            </a:r>
            <a:r>
              <a:rPr dirty="0" smtClean="0" sz="1650" spc="15" b="1">
                <a:latin typeface="Imperial Sans Text"/>
                <a:cs typeface="Imperial Sans Text"/>
              </a:rPr>
              <a:t>ubsection</a:t>
            </a:r>
            <a:r>
              <a:rPr dirty="0" smtClean="0" sz="1650" spc="15" b="1"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latin typeface="Imperial Sans Text"/>
                <a:cs typeface="Imperial Sans Text"/>
              </a:rPr>
              <a:t>T</a:t>
            </a:r>
            <a:r>
              <a:rPr dirty="0" smtClean="0" sz="1650" spc="10" b="1">
                <a:latin typeface="Imperial Sans Text"/>
                <a:cs typeface="Imperial Sans Text"/>
              </a:rPr>
              <a:t>itle</a:t>
            </a:r>
            <a:endParaRPr sz="1650">
              <a:latin typeface="Imperial Sans Text"/>
              <a:cs typeface="Imperial Sans Text"/>
            </a:endParaRPr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di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cum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qui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dolo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ommodit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enisi</a:t>
            </a:r>
            <a:r>
              <a:rPr dirty="0" smtClean="0" sz="1650" spc="15">
                <a:latin typeface="Imperial Sans Text"/>
                <a:cs typeface="Imperial Sans Text"/>
              </a:rPr>
              <a:t> sape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iscim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qsequae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009" y="4333361"/>
            <a:ext cx="4191635" cy="57721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S</a:t>
            </a:r>
            <a:r>
              <a:rPr dirty="0" smtClean="0" sz="1650" spc="15">
                <a:latin typeface="Imperial Sans Text"/>
                <a:cs typeface="Imperial Sans Text"/>
              </a:rPr>
              <a:t>ed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pe</a:t>
            </a:r>
            <a:r>
              <a:rPr dirty="0" smtClean="0" sz="1650" spc="-1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spic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ipsanihit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quunt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aligeni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epe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ehendia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apicias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pellectur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sus,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10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entu</a:t>
            </a:r>
            <a:r>
              <a:rPr dirty="0" smtClean="0" sz="1650" spc="20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?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009" y="5218427"/>
            <a:ext cx="4242435" cy="222948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4400"/>
              </a:lnSpc>
            </a:pPr>
            <a:r>
              <a:rPr dirty="0" smtClean="0" sz="2800">
                <a:latin typeface="Imperial Sans Text Medium"/>
                <a:cs typeface="Imperial Sans Text Medium"/>
              </a:rPr>
              <a:t>"</a:t>
            </a:r>
            <a:r>
              <a:rPr dirty="0" smtClean="0" sz="2800" spc="-5">
                <a:latin typeface="Imperial Sans Text Medium"/>
                <a:cs typeface="Imperial Sans Text Medium"/>
              </a:rPr>
              <a:t>P</a:t>
            </a:r>
            <a:r>
              <a:rPr dirty="0" smtClean="0" sz="2800" spc="0">
                <a:latin typeface="Imperial Sans Text Medium"/>
                <a:cs typeface="Imperial Sans Text Medium"/>
              </a:rPr>
              <a:t>ull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Q</a:t>
            </a:r>
            <a:r>
              <a:rPr dirty="0" smtClean="0" sz="2800" spc="0">
                <a:latin typeface="Imperial Sans Text Medium"/>
                <a:cs typeface="Imperial Sans Text Medium"/>
              </a:rPr>
              <a:t>u</a:t>
            </a:r>
            <a:r>
              <a:rPr dirty="0" smtClean="0" sz="2800" spc="-15">
                <a:latin typeface="Imperial Sans Text Medium"/>
                <a:cs typeface="Imperial Sans Text Medium"/>
              </a:rPr>
              <a:t>o</a:t>
            </a:r>
            <a:r>
              <a:rPr dirty="0" smtClean="0" sz="2800" spc="-30">
                <a:latin typeface="Imperial Sans Text Medium"/>
                <a:cs typeface="Imperial Sans Text Medium"/>
              </a:rPr>
              <a:t>t</a:t>
            </a:r>
            <a:r>
              <a:rPr dirty="0" smtClean="0" sz="2800" spc="-85">
                <a:latin typeface="Imperial Sans Text Medium"/>
                <a:cs typeface="Imperial Sans Text Medium"/>
              </a:rPr>
              <a:t>e</a:t>
            </a:r>
            <a:r>
              <a:rPr dirty="0" smtClean="0" sz="2800" spc="-75">
                <a:latin typeface="Imperial Sans Text Medium"/>
                <a:cs typeface="Imperial Sans Text Medium"/>
              </a:rPr>
              <a:t>/</a:t>
            </a: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u</a:t>
            </a:r>
            <a:r>
              <a:rPr dirty="0" smtClean="0" sz="2800" spc="-15">
                <a:latin typeface="Imperial Sans Text Medium"/>
                <a:cs typeface="Imperial Sans Text Medium"/>
              </a:rPr>
              <a:t>b</a:t>
            </a:r>
            <a:r>
              <a:rPr dirty="0" smtClean="0" sz="2800" spc="0">
                <a:latin typeface="Imperial Sans Text Medium"/>
                <a:cs typeface="Imperial Sans Text Medium"/>
              </a:rPr>
              <a:t>title.</a:t>
            </a:r>
            <a:r>
              <a:rPr dirty="0" smtClean="0" sz="2800" spc="195">
                <a:latin typeface="Imperial Sans Text Medium"/>
                <a:cs typeface="Imperial Sans Text Medium"/>
              </a:rPr>
              <a:t> </a:t>
            </a:r>
            <a:r>
              <a:rPr dirty="0" smtClean="0" sz="2800" spc="-15">
                <a:latin typeface="Imperial Sans Text Medium"/>
                <a:cs typeface="Imperial Sans Text Medium"/>
              </a:rPr>
              <a:t>U</a:t>
            </a:r>
            <a:r>
              <a:rPr dirty="0" smtClean="0" sz="2800" spc="0">
                <a:latin typeface="Imperial Sans Text Medium"/>
                <a:cs typeface="Imperial Sans Text Medium"/>
              </a:rPr>
              <a:t>t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in</a:t>
            </a:r>
            <a:r>
              <a:rPr dirty="0" smtClean="0" sz="2800" spc="0">
                <a:latin typeface="Imperial Sans Text Medium"/>
                <a:cs typeface="Imperial Sans Text Medium"/>
              </a:rPr>
              <a:t> g</a:t>
            </a:r>
            <a:r>
              <a:rPr dirty="0" smtClean="0" sz="2800" spc="-15">
                <a:latin typeface="Imperial Sans Text Medium"/>
                <a:cs typeface="Imperial Sans Text Medium"/>
              </a:rPr>
              <a:t>o</a:t>
            </a:r>
            <a:r>
              <a:rPr dirty="0" smtClean="0" sz="2800" spc="0">
                <a:latin typeface="Imperial Sans Text Medium"/>
                <a:cs typeface="Imperial Sans Text Medium"/>
              </a:rPr>
              <a:t>ther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comnihic </a:t>
            </a:r>
            <a:r>
              <a:rPr dirty="0" smtClean="0" sz="2800" spc="-30">
                <a:latin typeface="Imperial Sans Text Medium"/>
                <a:cs typeface="Imperial Sans Text Medium"/>
              </a:rPr>
              <a:t>t</a:t>
            </a:r>
            <a:r>
              <a:rPr dirty="0" smtClean="0" sz="2800" spc="-15">
                <a:latin typeface="Imperial Sans Text Medium"/>
                <a:cs typeface="Imperial Sans Text Medium"/>
              </a:rPr>
              <a:t>o</a:t>
            </a:r>
            <a:r>
              <a:rPr dirty="0" smtClean="0" sz="2800" spc="0">
                <a:latin typeface="Imperial Sans Text Medium"/>
                <a:cs typeface="Imperial Sans Text Medium"/>
              </a:rPr>
              <a:t>t</a:t>
            </a:r>
            <a:r>
              <a:rPr dirty="0" smtClean="0" sz="2800" spc="-10">
                <a:latin typeface="Imperial Sans Text Medium"/>
                <a:cs typeface="Imperial Sans Text Medium"/>
              </a:rPr>
              <a:t>a</a:t>
            </a:r>
            <a:r>
              <a:rPr dirty="0" smtClean="0" sz="2800" spc="-30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em</a:t>
            </a:r>
            <a:r>
              <a:rPr dirty="0" smtClean="0" sz="2800" spc="0">
                <a:latin typeface="Imperial Sans Text Medium"/>
                <a:cs typeface="Imperial Sans Text Medium"/>
              </a:rPr>
              <a:t> api</a:t>
            </a:r>
            <a:r>
              <a:rPr dirty="0" smtClean="0" sz="2800" spc="-10">
                <a:latin typeface="Imperial Sans Text Medium"/>
                <a:cs typeface="Imperial Sans Text Medium"/>
              </a:rPr>
              <a:t>e</a:t>
            </a:r>
            <a:r>
              <a:rPr dirty="0" smtClean="0" sz="2800" spc="0">
                <a:latin typeface="Imperial Sans Text Medium"/>
                <a:cs typeface="Imperial Sans Text Medium"/>
              </a:rPr>
              <a:t>tu</a:t>
            </a:r>
            <a:r>
              <a:rPr dirty="0" smtClean="0" sz="2800" spc="-195">
                <a:latin typeface="Imperial Sans Text Medium"/>
                <a:cs typeface="Imperial Sans Text Medium"/>
              </a:rPr>
              <a:t>r</a:t>
            </a:r>
            <a:r>
              <a:rPr dirty="0" smtClean="0" sz="2800" spc="0">
                <a:latin typeface="Imperial Sans Text Medium"/>
                <a:cs typeface="Imperial Sans Text Medium"/>
              </a:rPr>
              <a:t>,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ium audi imus </a:t>
            </a:r>
            <a:r>
              <a:rPr dirty="0" smtClean="0" sz="2800" spc="-20">
                <a:latin typeface="Imperial Sans Text Medium"/>
                <a:cs typeface="Imperial Sans Text Medium"/>
              </a:rPr>
              <a:t>v</a:t>
            </a:r>
            <a:r>
              <a:rPr dirty="0" smtClean="0" sz="2800" spc="0">
                <a:latin typeface="Imperial Sans Text Medium"/>
                <a:cs typeface="Imperial Sans Text Medium"/>
              </a:rPr>
              <a:t>ent</a:t>
            </a:r>
            <a:r>
              <a:rPr dirty="0" smtClean="0" sz="2800" spc="0">
                <a:latin typeface="Imperial Sans Text Medium"/>
                <a:cs typeface="Imperial Sans Text Medium"/>
              </a:rPr>
              <a:t> ipsum </a:t>
            </a:r>
            <a:r>
              <a:rPr dirty="0" smtClean="0" sz="2800" spc="-20">
                <a:latin typeface="Imperial Sans Text Medium"/>
                <a:cs typeface="Imperial Sans Text Medium"/>
              </a:rPr>
              <a:t>v</a:t>
            </a:r>
            <a:r>
              <a:rPr dirty="0" smtClean="0" sz="2800" spc="0">
                <a:latin typeface="Imperial Sans Text Medium"/>
                <a:cs typeface="Imperial Sans Text Medium"/>
              </a:rPr>
              <a:t>olup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ta </a:t>
            </a:r>
            <a:r>
              <a:rPr dirty="0" smtClean="0" sz="2800" spc="-20">
                <a:latin typeface="Imperial Sans Text Medium"/>
                <a:cs typeface="Imperial Sans Text Medium"/>
              </a:rPr>
              <a:t>v</a:t>
            </a:r>
            <a:r>
              <a:rPr dirty="0" smtClean="0" sz="2800" spc="0">
                <a:latin typeface="Imperial Sans Text Medium"/>
                <a:cs typeface="Imperial Sans Text Medium"/>
              </a:rPr>
              <a:t>eniscil</a:t>
            </a:r>
            <a:r>
              <a:rPr dirty="0" smtClean="0" sz="2800" spc="0">
                <a:latin typeface="Imperial Sans Text Medium"/>
                <a:cs typeface="Imperial Sans Text Medium"/>
              </a:rPr>
              <a:t> dolut ace</a:t>
            </a:r>
            <a:r>
              <a:rPr dirty="0" smtClean="0" sz="2800" spc="-45">
                <a:latin typeface="Imperial Sans Text Medium"/>
                <a:cs typeface="Imperial Sans Text Medium"/>
              </a:rPr>
              <a:t>r</a:t>
            </a:r>
            <a:r>
              <a:rPr dirty="0" smtClean="0" sz="2800" spc="0">
                <a:latin typeface="Imperial Sans Text Medium"/>
                <a:cs typeface="Imperial Sans Text Medium"/>
              </a:rPr>
              <a:t>o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0">
                <a:latin typeface="Imperial Sans Text Medium"/>
                <a:cs typeface="Imperial Sans Text Medium"/>
              </a:rPr>
              <a:t>del mint</a:t>
            </a:r>
            <a:r>
              <a:rPr dirty="0" smtClean="0" sz="2800" spc="-300">
                <a:latin typeface="Imperial Sans Text Medium"/>
                <a:cs typeface="Imperial Sans Text Medium"/>
              </a:rPr>
              <a:t>.</a:t>
            </a:r>
            <a:r>
              <a:rPr dirty="0" smtClean="0" sz="2800" spc="0">
                <a:latin typeface="Imperial Sans Text Medium"/>
                <a:cs typeface="Imperial Sans Text Medium"/>
              </a:rPr>
              <a:t>"</a:t>
            </a:r>
            <a:endParaRPr sz="2800">
              <a:latin typeface="Imperial Sans Text Medium"/>
              <a:cs typeface="Imperial Sans Text Medium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2708" y="7856134"/>
            <a:ext cx="4345741" cy="4345741"/>
          </a:xfrm>
          <a:custGeom>
            <a:avLst/>
            <a:gdLst/>
            <a:ahLst/>
            <a:cxnLst/>
            <a:rect l="l" t="t" r="r" b="b"/>
            <a:pathLst>
              <a:path w="4345741" h="4345741">
                <a:moveTo>
                  <a:pt x="4345741" y="4345741"/>
                </a:moveTo>
                <a:lnTo>
                  <a:pt x="0" y="4345741"/>
                </a:lnTo>
                <a:lnTo>
                  <a:pt x="0" y="0"/>
                </a:lnTo>
                <a:lnTo>
                  <a:pt x="4345741" y="0"/>
                </a:lnTo>
                <a:lnTo>
                  <a:pt x="4345741" y="4345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422708" y="7856134"/>
            <a:ext cx="4345741" cy="4345741"/>
          </a:xfrm>
          <a:custGeom>
            <a:avLst/>
            <a:gdLst/>
            <a:ahLst/>
            <a:cxnLst/>
            <a:rect l="l" t="t" r="r" b="b"/>
            <a:pathLst>
              <a:path w="4345741" h="4345741">
                <a:moveTo>
                  <a:pt x="4345741" y="4345741"/>
                </a:moveTo>
                <a:lnTo>
                  <a:pt x="0" y="4345741"/>
                </a:lnTo>
                <a:lnTo>
                  <a:pt x="0" y="0"/>
                </a:lnTo>
                <a:lnTo>
                  <a:pt x="4345741" y="0"/>
                </a:lnTo>
                <a:lnTo>
                  <a:pt x="4345741" y="4345741"/>
                </a:lnTo>
                <a:close/>
              </a:path>
            </a:pathLst>
          </a:custGeom>
          <a:ln w="434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0009" y="12246592"/>
            <a:ext cx="4372610" cy="21844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5000"/>
              </a:lnSpc>
            </a:pPr>
            <a:r>
              <a:rPr dirty="0" smtClean="0" sz="650" spc="-5" b="1">
                <a:latin typeface="Imperial Sans Text"/>
                <a:cs typeface="Imperial Sans Text"/>
              </a:rPr>
              <a:t>F</a:t>
            </a:r>
            <a:r>
              <a:rPr dirty="0" smtClean="0" sz="650" spc="0" b="1">
                <a:latin typeface="Imperial Sans Text"/>
                <a:cs typeface="Imperial Sans Text"/>
              </a:rPr>
              <a:t>igu</a:t>
            </a:r>
            <a:r>
              <a:rPr dirty="0" smtClean="0" sz="650" spc="-10" b="1">
                <a:latin typeface="Imperial Sans Text"/>
                <a:cs typeface="Imperial Sans Text"/>
              </a:rPr>
              <a:t>r</a:t>
            </a:r>
            <a:r>
              <a:rPr dirty="0" smtClean="0" sz="650" spc="0" b="1">
                <a:latin typeface="Imperial Sans Text"/>
                <a:cs typeface="Imperial Sans Text"/>
              </a:rPr>
              <a:t>e</a:t>
            </a:r>
            <a:r>
              <a:rPr dirty="0" smtClean="0" sz="650" spc="-25" b="1">
                <a:latin typeface="Imperial Sans Text"/>
                <a:cs typeface="Imperial Sans Text"/>
              </a:rPr>
              <a:t> </a:t>
            </a:r>
            <a:r>
              <a:rPr dirty="0" smtClean="0" sz="650" spc="0" b="1">
                <a:latin typeface="Imperial Sans Text"/>
                <a:cs typeface="Imperial Sans Text"/>
              </a:rPr>
              <a:t>3:</a:t>
            </a:r>
            <a:r>
              <a:rPr dirty="0" smtClean="0" sz="650" spc="30" b="1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F</a:t>
            </a:r>
            <a:r>
              <a:rPr dirty="0" smtClean="0" sz="650" spc="0">
                <a:latin typeface="Imperial Sans Text"/>
                <a:cs typeface="Imperial Sans Text"/>
              </a:rPr>
              <a:t>igu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ca</a:t>
            </a:r>
            <a:r>
              <a:rPr dirty="0" smtClean="0" sz="650" spc="-5">
                <a:latin typeface="Imperial Sans Text"/>
                <a:cs typeface="Imperial Sans Text"/>
              </a:rPr>
              <a:t>p</a:t>
            </a:r>
            <a:r>
              <a:rPr dirty="0" smtClean="0" sz="650" spc="0">
                <a:latin typeface="Imperial Sans Text"/>
                <a:cs typeface="Imperial Sans Text"/>
              </a:rPr>
              <a:t>tion.</a:t>
            </a:r>
            <a:r>
              <a:rPr dirty="0" smtClean="0" sz="650" spc="40">
                <a:latin typeface="Imperial Sans Text"/>
                <a:cs typeface="Imperial Sans Text"/>
              </a:rPr>
              <a:t> </a:t>
            </a:r>
            <a:r>
              <a:rPr dirty="0" smtClean="0" sz="650" spc="-20">
                <a:latin typeface="Imperial Sans Text"/>
                <a:cs typeface="Imperial Sans Text"/>
              </a:rPr>
              <a:t>L</a:t>
            </a:r>
            <a:r>
              <a:rPr dirty="0" smtClean="0" sz="650" spc="0">
                <a:latin typeface="Imperial Sans Text"/>
                <a:cs typeface="Imperial Sans Text"/>
              </a:rPr>
              <a:t>o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em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ipsum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dolor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sit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am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t,</a:t>
            </a:r>
            <a:r>
              <a:rPr dirty="0" smtClean="0" sz="650" spc="-2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consec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tur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adipiscing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elit.</a:t>
            </a:r>
            <a:r>
              <a:rPr dirty="0" smtClean="0" sz="650" spc="40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P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aesent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portti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or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a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cu</a:t>
            </a:r>
            <a:r>
              <a:rPr dirty="0" smtClean="0" sz="650" spc="-2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luctus,</a:t>
            </a:r>
            <a:r>
              <a:rPr dirty="0" smtClean="0" sz="650" spc="-2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impe</a:t>
            </a:r>
            <a:r>
              <a:rPr dirty="0" smtClean="0" sz="650" spc="-1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di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urna iaculis, mattis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os.</a:t>
            </a:r>
            <a:endParaRPr sz="650">
              <a:latin typeface="Imperial Sans Text"/>
              <a:cs typeface="Imperial Sans Tex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009" y="12792140"/>
            <a:ext cx="3992245" cy="82867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0" b="1">
                <a:latin typeface="Imperial Sans Text"/>
                <a:cs typeface="Imperial Sans Text"/>
              </a:rPr>
              <a:t>S</a:t>
            </a:r>
            <a:r>
              <a:rPr dirty="0" smtClean="0" sz="1650" spc="15" b="1">
                <a:latin typeface="Imperial Sans Text"/>
                <a:cs typeface="Imperial Sans Text"/>
              </a:rPr>
              <a:t>ubsection</a:t>
            </a:r>
            <a:r>
              <a:rPr dirty="0" smtClean="0" sz="1650" spc="15" b="1"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latin typeface="Imperial Sans Text"/>
                <a:cs typeface="Imperial Sans Text"/>
              </a:rPr>
              <a:t>T</a:t>
            </a:r>
            <a:r>
              <a:rPr dirty="0" smtClean="0" sz="1650" spc="10" b="1">
                <a:latin typeface="Imperial Sans Text"/>
                <a:cs typeface="Imperial Sans Text"/>
              </a:rPr>
              <a:t>itle</a:t>
            </a:r>
            <a:endParaRPr sz="1650">
              <a:latin typeface="Imperial Sans Text"/>
              <a:cs typeface="Imperial Sans Text"/>
            </a:endParaRPr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di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cum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qui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dolo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ommodit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enisi</a:t>
            </a:r>
            <a:r>
              <a:rPr dirty="0" smtClean="0" sz="1650" spc="15">
                <a:latin typeface="Imperial Sans Text"/>
                <a:cs typeface="Imperial Sans Text"/>
              </a:rPr>
              <a:t> sape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iscim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qsequae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009" y="13899426"/>
            <a:ext cx="4192270" cy="1147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S</a:t>
            </a:r>
            <a:r>
              <a:rPr dirty="0" smtClean="0" sz="1650" spc="15">
                <a:latin typeface="Imperial Sans Text"/>
                <a:cs typeface="Imperial Sans Text"/>
              </a:rPr>
              <a:t>ed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pe</a:t>
            </a:r>
            <a:r>
              <a:rPr dirty="0" smtClean="0" sz="1650" spc="-1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spic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ipsanihit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quunt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aligeni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epe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ehendia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apicias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pellectur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sus,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entu</a:t>
            </a:r>
            <a:r>
              <a:rPr dirty="0" smtClean="0" sz="1650" spc="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?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0">
                <a:latin typeface="Imperial Sans Text"/>
                <a:cs typeface="Imperial Sans Text"/>
              </a:rPr>
              <a:t>hit,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lab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imusdae</a:t>
            </a: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latin typeface="Imperial Sans Text"/>
                <a:cs typeface="Imperial Sans Text"/>
              </a:rPr>
              <a:t>tas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latin typeface="Imperial Sans Text"/>
                <a:cs typeface="Imperial Sans Text"/>
              </a:rPr>
              <a:t>erum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fugia</a:t>
            </a:r>
            <a:r>
              <a:rPr dirty="0" smtClean="0" sz="1650" spc="10">
                <a:latin typeface="Imperial Sans Text"/>
                <a:cs typeface="Imperial Sans Text"/>
              </a:rPr>
              <a:t> dis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?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009" y="15325661"/>
            <a:ext cx="4173220" cy="86233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hendios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dolo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dolut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ace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del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apid</a:t>
            </a:r>
            <a:r>
              <a:rPr dirty="0" smtClean="0" sz="1650" spc="10">
                <a:latin typeface="Imperial Sans Text"/>
                <a:cs typeface="Imperial Sans Text"/>
              </a:rPr>
              <a:t> 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berna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20">
                <a:latin typeface="Imperial Sans Text"/>
                <a:cs typeface="Imperial Sans Text"/>
              </a:rPr>
              <a:t>endem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eum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</a:t>
            </a:r>
            <a:r>
              <a:rPr dirty="0" smtClean="0" sz="1650" spc="-5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qui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deli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5">
                <a:latin typeface="Imperial Sans Text"/>
                <a:cs typeface="Imperial Sans Text"/>
              </a:rPr>
              <a:t>ti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latin typeface="Imperial Sans Text"/>
                <a:cs typeface="Imperial Sans Text"/>
              </a:rPr>
              <a:t>ta</a:t>
            </a:r>
            <a:r>
              <a:rPr dirty="0" smtClean="0" sz="1650" spc="15">
                <a:latin typeface="Imperial Sans Text"/>
                <a:cs typeface="Imperial Sans Text"/>
              </a:rPr>
              <a:t> aliquam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5">
                <a:latin typeface="Imperial Sans Text"/>
                <a:cs typeface="Imperial Sans Text"/>
              </a:rPr>
              <a:t>il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fugui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5">
                <a:latin typeface="Imperial Sans Text"/>
                <a:cs typeface="Imperial Sans Text"/>
              </a:rPr>
              <a:t>t,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eum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er</a:t>
            </a:r>
            <a:r>
              <a:rPr dirty="0" smtClean="0" sz="1650" spc="-10">
                <a:latin typeface="Imperial Sans Text"/>
                <a:cs typeface="Imperial Sans Text"/>
              </a:rPr>
              <a:t>f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o.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0009" y="16426057"/>
            <a:ext cx="1105535" cy="10922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650" spc="-55" b="1">
                <a:latin typeface="Imperial Sans Text"/>
                <a:cs typeface="Imperial Sans Text"/>
              </a:rPr>
              <a:t>T</a:t>
            </a:r>
            <a:r>
              <a:rPr dirty="0" smtClean="0" sz="650" spc="0" b="1">
                <a:latin typeface="Imperial Sans Text"/>
                <a:cs typeface="Imperial Sans Text"/>
              </a:rPr>
              <a:t>able</a:t>
            </a:r>
            <a:r>
              <a:rPr dirty="0" smtClean="0" sz="650" spc="-5" b="1">
                <a:latin typeface="Imperial Sans Text"/>
                <a:cs typeface="Imperial Sans Text"/>
              </a:rPr>
              <a:t> </a:t>
            </a:r>
            <a:r>
              <a:rPr dirty="0" smtClean="0" sz="650" spc="0" b="1">
                <a:latin typeface="Imperial Sans Text"/>
                <a:cs typeface="Imperial Sans Text"/>
              </a:rPr>
              <a:t>2:</a:t>
            </a:r>
            <a:r>
              <a:rPr dirty="0" smtClean="0" sz="650" spc="40" b="1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Experimental 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esults.</a:t>
            </a:r>
            <a:endParaRPr sz="650">
              <a:latin typeface="Imperial Sans Text"/>
              <a:cs typeface="Imperial Sans Tex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2709" y="16607794"/>
            <a:ext cx="4242124" cy="0"/>
          </a:xfrm>
          <a:custGeom>
            <a:avLst/>
            <a:gdLst/>
            <a:ahLst/>
            <a:cxnLst/>
            <a:rect l="l" t="t" r="r" b="b"/>
            <a:pathLst>
              <a:path w="4242124" h="0">
                <a:moveTo>
                  <a:pt x="0" y="0"/>
                </a:moveTo>
                <a:lnTo>
                  <a:pt x="4242124" y="0"/>
                </a:lnTo>
              </a:path>
            </a:pathLst>
          </a:custGeom>
          <a:ln w="1711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52130" y="16676696"/>
            <a:ext cx="980440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135">
                <a:latin typeface="Imperial Sans Text"/>
                <a:cs typeface="Imperial Sans Text"/>
              </a:rPr>
              <a:t>T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5">
                <a:latin typeface="Imperial Sans Text"/>
                <a:cs typeface="Imperial Sans Text"/>
              </a:rPr>
              <a:t>tment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5889" y="16676696"/>
            <a:ext cx="817244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Quantity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3939" y="16676696"/>
            <a:ext cx="942340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esponse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2709" y="17020387"/>
            <a:ext cx="4242124" cy="0"/>
          </a:xfrm>
          <a:custGeom>
            <a:avLst/>
            <a:gdLst/>
            <a:ahLst/>
            <a:cxnLst/>
            <a:rect l="l" t="t" r="r" b="b"/>
            <a:pathLst>
              <a:path w="4242124" h="0">
                <a:moveTo>
                  <a:pt x="0" y="0"/>
                </a:moveTo>
                <a:lnTo>
                  <a:pt x="4242124" y="0"/>
                </a:lnTo>
              </a:path>
            </a:pathLst>
          </a:custGeom>
          <a:ln w="1069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2130" y="17086076"/>
            <a:ext cx="431800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20">
                <a:latin typeface="Imperial Sans Text"/>
                <a:cs typeface="Imperial Sans Text"/>
              </a:rPr>
              <a:t>AAA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74565" y="17086076"/>
            <a:ext cx="539115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10</a:t>
            </a:r>
            <a:r>
              <a:rPr dirty="0" smtClean="0" sz="1650" spc="10">
                <a:latin typeface="Imperial Sans Text"/>
                <a:cs typeface="Imperial Sans Text"/>
              </a:rPr>
              <a:t>m</a:t>
            </a:r>
            <a:r>
              <a:rPr dirty="0" smtClean="0" sz="1650" spc="15">
                <a:latin typeface="Imperial Sans Text"/>
                <a:cs typeface="Imperial Sans Text"/>
              </a:rPr>
              <a:t>L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1802" y="17086076"/>
            <a:ext cx="574675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25">
                <a:latin typeface="Imperial Sans Text"/>
                <a:cs typeface="Imperial Sans Text"/>
              </a:rPr>
              <a:t>0</a:t>
            </a:r>
            <a:r>
              <a:rPr dirty="0" smtClean="0" sz="1650" spc="-20">
                <a:latin typeface="Imperial Sans Text"/>
                <a:cs typeface="Imperial Sans Text"/>
              </a:rPr>
              <a:t>.</a:t>
            </a:r>
            <a:r>
              <a:rPr dirty="0" smtClean="0" sz="1650" spc="15">
                <a:latin typeface="Imperial Sans Text"/>
                <a:cs typeface="Imperial Sans Text"/>
              </a:rPr>
              <a:t>944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24564" y="3192338"/>
            <a:ext cx="4293870" cy="212407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ection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itle</a:t>
            </a:r>
            <a:endParaRPr sz="2800">
              <a:latin typeface="Imperial Sans Text Medium"/>
              <a:cs typeface="Imperial Sans Text Medium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83"/>
              </a:spcBef>
            </a:pPr>
            <a:endParaRPr sz="1000"/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xpeb</a:t>
            </a:r>
            <a:r>
              <a:rPr dirty="0" smtClean="0" sz="1650" spc="10">
                <a:latin typeface="Imperial Sans Text"/>
                <a:cs typeface="Imperial Sans Text"/>
              </a:rPr>
              <a:t> 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olu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5">
                <a:latin typeface="Imperial Sans Text"/>
                <a:cs typeface="Imperial Sans Text"/>
              </a:rPr>
              <a:t>tam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tio.</a:t>
            </a:r>
            <a:r>
              <a:rPr dirty="0" smtClean="0" sz="1650" spc="12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Arum,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elliquosam,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oms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e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elendici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der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oru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latin typeface="Imperial Sans Text"/>
                <a:cs typeface="Imperial Sans Text"/>
              </a:rPr>
              <a:t>tius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debitis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quun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24564" y="5628797"/>
            <a:ext cx="4173220" cy="168465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5" b="1">
                <a:latin typeface="Imperial Sans Text"/>
                <a:cs typeface="Imperial Sans Text"/>
              </a:rPr>
              <a:t>S</a:t>
            </a:r>
            <a:r>
              <a:rPr dirty="0" smtClean="0" sz="1650" spc="15" b="1">
                <a:latin typeface="Imperial Sans Text"/>
                <a:cs typeface="Imperial Sans Text"/>
              </a:rPr>
              <a:t>ubsection</a:t>
            </a:r>
            <a:r>
              <a:rPr dirty="0" smtClean="0" sz="1650" spc="5" b="1">
                <a:latin typeface="Imperial Sans Text"/>
                <a:cs typeface="Imperial Sans Text"/>
              </a:rPr>
              <a:t> </a:t>
            </a:r>
            <a:r>
              <a:rPr dirty="0" smtClean="0" sz="1650" spc="5" b="1">
                <a:latin typeface="Imperial Sans Text"/>
                <a:cs typeface="Imperial Sans Text"/>
              </a:rPr>
              <a:t>T</a:t>
            </a:r>
            <a:r>
              <a:rPr dirty="0" smtClean="0" sz="1650" spc="10" b="1">
                <a:latin typeface="Imperial Sans Text"/>
                <a:cs typeface="Imperial Sans Text"/>
              </a:rPr>
              <a:t>itle</a:t>
            </a:r>
            <a:endParaRPr sz="1650">
              <a:latin typeface="Imperial Sans Text"/>
              <a:cs typeface="Imperial Sans Text"/>
            </a:endParaRPr>
          </a:p>
          <a:p>
            <a:pPr marL="12700" marR="12700">
              <a:lnSpc>
                <a:spcPct val="113399"/>
              </a:lnSpc>
            </a:pP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hendios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dolo</a:t>
            </a:r>
            <a:r>
              <a:rPr dirty="0" smtClean="0" sz="1650" spc="-20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es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dolut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ace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del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apid</a:t>
            </a:r>
            <a:r>
              <a:rPr dirty="0" smtClean="0" sz="1650" spc="10">
                <a:latin typeface="Imperial Sans Text"/>
                <a:cs typeface="Imperial Sans Text"/>
              </a:rPr>
              <a:t> 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berna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20">
                <a:latin typeface="Imperial Sans Text"/>
                <a:cs typeface="Imperial Sans Text"/>
              </a:rPr>
              <a:t>endem</a:t>
            </a:r>
            <a:r>
              <a:rPr dirty="0" smtClean="0" sz="1650" spc="20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eum</a:t>
            </a:r>
            <a:r>
              <a:rPr dirty="0" smtClean="0" sz="1650" spc="2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a</a:t>
            </a:r>
            <a:r>
              <a:rPr dirty="0" smtClean="0" sz="1650" spc="-5">
                <a:solidFill>
                  <a:srgbClr val="0000CD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qui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deli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ti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p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ta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aliquam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5">
                <a:latin typeface="Imperial Sans Text"/>
                <a:cs typeface="Imperial Sans Text"/>
              </a:rPr>
              <a:t>il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fugui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5">
                <a:latin typeface="Imperial Sans Text"/>
                <a:cs typeface="Imperial Sans Text"/>
              </a:rPr>
              <a:t>t,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eum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er</a:t>
            </a:r>
            <a:r>
              <a:rPr dirty="0" smtClean="0" sz="1650" spc="-10">
                <a:latin typeface="Imperial Sans Text"/>
                <a:cs typeface="Imperial Sans Text"/>
              </a:rPr>
              <a:t>f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15">
                <a:latin typeface="Imperial Sans Text"/>
                <a:cs typeface="Imperial Sans Text"/>
              </a:rPr>
              <a:t> conser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berionectio.</a:t>
            </a:r>
            <a:r>
              <a:rPr dirty="0" smtClean="0" sz="1650" spc="130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Alit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tu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sape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iscim</a:t>
            </a:r>
            <a:r>
              <a:rPr dirty="0" smtClean="0" sz="1650" spc="15">
                <a:latin typeface="Imperial Sans Text"/>
                <a:cs typeface="Imperial Sans Text"/>
              </a:rPr>
              <a:t> qsequae.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7266" y="7896476"/>
            <a:ext cx="8828317" cy="4965928"/>
          </a:xfrm>
          <a:custGeom>
            <a:avLst/>
            <a:gdLst/>
            <a:ahLst/>
            <a:cxnLst/>
            <a:rect l="l" t="t" r="r" b="b"/>
            <a:pathLst>
              <a:path w="8828317" h="4965928">
                <a:moveTo>
                  <a:pt x="0" y="0"/>
                </a:moveTo>
                <a:lnTo>
                  <a:pt x="8828317" y="0"/>
                </a:lnTo>
                <a:lnTo>
                  <a:pt x="8828317" y="4965928"/>
                </a:lnTo>
                <a:lnTo>
                  <a:pt x="0" y="49659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4937266" y="7896476"/>
            <a:ext cx="8828317" cy="4965928"/>
          </a:xfrm>
          <a:custGeom>
            <a:avLst/>
            <a:gdLst/>
            <a:ahLst/>
            <a:cxnLst/>
            <a:rect l="l" t="t" r="r" b="b"/>
            <a:pathLst>
              <a:path w="8828317" h="4965928">
                <a:moveTo>
                  <a:pt x="8828317" y="0"/>
                </a:moveTo>
                <a:lnTo>
                  <a:pt x="8828317" y="4965928"/>
                </a:lnTo>
              </a:path>
              <a:path w="8828317" h="4965928">
                <a:moveTo>
                  <a:pt x="0" y="4965928"/>
                </a:moveTo>
                <a:lnTo>
                  <a:pt x="0" y="0"/>
                </a:lnTo>
              </a:path>
            </a:pathLst>
          </a:custGeom>
          <a:ln w="8828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924564" y="12974470"/>
            <a:ext cx="7447280" cy="10922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650" spc="-5" b="1">
                <a:latin typeface="Imperial Sans Text"/>
                <a:cs typeface="Imperial Sans Text"/>
              </a:rPr>
              <a:t>F</a:t>
            </a:r>
            <a:r>
              <a:rPr dirty="0" smtClean="0" sz="650" spc="0" b="1">
                <a:latin typeface="Imperial Sans Text"/>
                <a:cs typeface="Imperial Sans Text"/>
              </a:rPr>
              <a:t>igu</a:t>
            </a:r>
            <a:r>
              <a:rPr dirty="0" smtClean="0" sz="650" spc="-10" b="1">
                <a:latin typeface="Imperial Sans Text"/>
                <a:cs typeface="Imperial Sans Text"/>
              </a:rPr>
              <a:t>r</a:t>
            </a:r>
            <a:r>
              <a:rPr dirty="0" smtClean="0" sz="650" spc="0" b="1">
                <a:latin typeface="Imperial Sans Text"/>
                <a:cs typeface="Imperial Sans Text"/>
              </a:rPr>
              <a:t>e 4:</a:t>
            </a:r>
            <a:r>
              <a:rPr dirty="0" smtClean="0" sz="650" spc="40" b="1">
                <a:latin typeface="Imperial Sans Text"/>
                <a:cs typeface="Imperial Sans Text"/>
              </a:rPr>
              <a:t> </a:t>
            </a:r>
            <a:r>
              <a:rPr dirty="0" smtClean="0" sz="650" spc="-20">
                <a:latin typeface="Imperial Sans Text"/>
                <a:cs typeface="Imperial Sans Text"/>
              </a:rPr>
              <a:t>L</a:t>
            </a:r>
            <a:r>
              <a:rPr dirty="0" smtClean="0" sz="650" spc="0">
                <a:latin typeface="Imperial Sans Text"/>
                <a:cs typeface="Imperial Sans Text"/>
              </a:rPr>
              <a:t>o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em ipsum dolor sit am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t, consec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tur adipiscing elit.</a:t>
            </a:r>
            <a:r>
              <a:rPr dirty="0" smtClean="0" sz="650" spc="45">
                <a:latin typeface="Imperial Sans Text"/>
                <a:cs typeface="Imperial Sans Text"/>
              </a:rPr>
              <a:t> </a:t>
            </a:r>
            <a:r>
              <a:rPr dirty="0" smtClean="0" sz="650" spc="-5">
                <a:latin typeface="Imperial Sans Text"/>
                <a:cs typeface="Imperial Sans Text"/>
              </a:rPr>
              <a:t>P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aesent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portti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or a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cu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luctus, impe</a:t>
            </a:r>
            <a:r>
              <a:rPr dirty="0" smtClean="0" sz="650" spc="-1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di</a:t>
            </a:r>
            <a:r>
              <a:rPr dirty="0" smtClean="0" sz="650" spc="-5">
                <a:latin typeface="Imperial Sans Text"/>
                <a:cs typeface="Imperial Sans Text"/>
              </a:rPr>
              <a:t>e</a:t>
            </a:r>
            <a:r>
              <a:rPr dirty="0" smtClean="0" sz="650" spc="0">
                <a:latin typeface="Imperial Sans Text"/>
                <a:cs typeface="Imperial Sans Text"/>
              </a:rPr>
              <a:t>t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urna iaculis, </a:t>
            </a:r>
            <a:r>
              <a:rPr dirty="0" smtClean="0" sz="650" spc="0">
                <a:latin typeface="Imperial Sans Text"/>
                <a:cs typeface="Imperial Sans Text"/>
              </a:rPr>
              <a:t>mattis e</a:t>
            </a:r>
            <a:r>
              <a:rPr dirty="0" smtClean="0" sz="650" spc="-15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os.</a:t>
            </a:r>
            <a:r>
              <a:rPr dirty="0" smtClean="0" sz="650" spc="45">
                <a:latin typeface="Imperial Sans Text"/>
                <a:cs typeface="Imperial Sans Text"/>
              </a:rPr>
              <a:t> </a:t>
            </a:r>
            <a:r>
              <a:rPr dirty="0" smtClean="0" sz="650" spc="-10">
                <a:latin typeface="Imperial Sans Text"/>
                <a:cs typeface="Imperial Sans Text"/>
              </a:rPr>
              <a:t>P</a:t>
            </a:r>
            <a:r>
              <a:rPr dirty="0" smtClean="0" sz="650" spc="0">
                <a:latin typeface="Imperial Sans Text"/>
                <a:cs typeface="Imperial Sans Text"/>
              </a:rPr>
              <a:t>ellen</a:t>
            </a:r>
            <a:r>
              <a:rPr dirty="0" smtClean="0" sz="650" spc="-10">
                <a:latin typeface="Imperial Sans Text"/>
                <a:cs typeface="Imperial Sans Text"/>
              </a:rPr>
              <a:t>t</a:t>
            </a:r>
            <a:r>
              <a:rPr dirty="0" smtClean="0" sz="650" spc="0">
                <a:latin typeface="Imperial Sans Text"/>
                <a:cs typeface="Imperial Sans Text"/>
              </a:rPr>
              <a:t>esque iaculis odio </a:t>
            </a:r>
            <a:r>
              <a:rPr dirty="0" smtClean="0" sz="650" spc="-5">
                <a:latin typeface="Imperial Sans Text"/>
                <a:cs typeface="Imperial Sans Text"/>
              </a:rPr>
              <a:t>v</a:t>
            </a:r>
            <a:r>
              <a:rPr dirty="0" smtClean="0" sz="650" spc="0">
                <a:latin typeface="Imperial Sans Text"/>
                <a:cs typeface="Imperial Sans Text"/>
              </a:rPr>
              <a:t>el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nisl ullamcorpe</a:t>
            </a:r>
            <a:r>
              <a:rPr dirty="0" smtClean="0" sz="650" spc="-50">
                <a:latin typeface="Imperial Sans Text"/>
                <a:cs typeface="Imperial Sans Text"/>
              </a:rPr>
              <a:t>r</a:t>
            </a:r>
            <a:r>
              <a:rPr dirty="0" smtClean="0" sz="650" spc="0">
                <a:latin typeface="Imperial Sans Text"/>
                <a:cs typeface="Imperial Sans Text"/>
              </a:rPr>
              <a:t>,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nec </a:t>
            </a:r>
            <a:r>
              <a:rPr dirty="0" smtClean="0" sz="650" spc="-10">
                <a:latin typeface="Imperial Sans Text"/>
                <a:cs typeface="Imperial Sans Text"/>
              </a:rPr>
              <a:t>f</a:t>
            </a:r>
            <a:r>
              <a:rPr dirty="0" smtClean="0" sz="650" spc="0">
                <a:latin typeface="Imperial Sans Text"/>
                <a:cs typeface="Imperial Sans Text"/>
              </a:rPr>
              <a:t>aucibus</a:t>
            </a:r>
            <a:r>
              <a:rPr dirty="0" smtClean="0" sz="650" spc="-5">
                <a:latin typeface="Imperial Sans Text"/>
                <a:cs typeface="Imperial Sans Text"/>
              </a:rPr>
              <a:t> </a:t>
            </a:r>
            <a:r>
              <a:rPr dirty="0" smtClean="0" sz="650" spc="0">
                <a:latin typeface="Imperial Sans Text"/>
                <a:cs typeface="Imperial Sans Text"/>
              </a:rPr>
              <a:t>ipsum mole</a:t>
            </a:r>
            <a:r>
              <a:rPr dirty="0" smtClean="0" sz="650" spc="-5">
                <a:latin typeface="Imperial Sans Text"/>
                <a:cs typeface="Imperial Sans Text"/>
              </a:rPr>
              <a:t>s</a:t>
            </a:r>
            <a:r>
              <a:rPr dirty="0" smtClean="0" sz="650" spc="0">
                <a:latin typeface="Imperial Sans Text"/>
                <a:cs typeface="Imperial Sans Text"/>
              </a:rPr>
              <a:t>tie.</a:t>
            </a:r>
            <a:endParaRPr sz="650">
              <a:latin typeface="Imperial Sans Text"/>
              <a:cs typeface="Imperial Sans Tex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24564" y="13053637"/>
            <a:ext cx="4174490" cy="216789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9950" b="1">
                <a:solidFill>
                  <a:srgbClr val="000080"/>
                </a:solidFill>
                <a:latin typeface="Imperial Sans Text Extrabold"/>
                <a:cs typeface="Imperial Sans Text Extrabold"/>
              </a:rPr>
              <a:t>95%</a:t>
            </a:r>
            <a:endParaRPr sz="9950">
              <a:latin typeface="Imperial Sans Text Extrabold"/>
              <a:cs typeface="Imperial Sans Text Extrabold"/>
            </a:endParaRPr>
          </a:p>
          <a:p>
            <a:pPr>
              <a:lnSpc>
                <a:spcPts val="550"/>
              </a:lnSpc>
              <a:spcBef>
                <a:spcPts val="36"/>
              </a:spcBef>
            </a:pPr>
            <a:endParaRPr sz="550"/>
          </a:p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cam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24564" y="15529593"/>
            <a:ext cx="4053204" cy="229489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210820">
              <a:lnSpc>
                <a:spcPct val="104400"/>
              </a:lnSpc>
            </a:pPr>
            <a:r>
              <a:rPr dirty="0" smtClean="0" sz="2800" spc="-15" b="1">
                <a:solidFill>
                  <a:srgbClr val="000080"/>
                </a:solidFill>
                <a:latin typeface="Imperial Sans Text"/>
                <a:cs typeface="Imperial Sans Text"/>
              </a:rPr>
              <a:t>A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rum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alis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dolum aut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pe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 dolo</a:t>
            </a:r>
            <a:r>
              <a:rPr dirty="0" smtClean="0" sz="2800" spc="-30" b="1">
                <a:solidFill>
                  <a:srgbClr val="000080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2800" spc="-15" b="1">
                <a:solidFill>
                  <a:srgbClr val="000080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2800" spc="-30" b="1">
                <a:solidFill>
                  <a:srgbClr val="000080"/>
                </a:solidFill>
                <a:latin typeface="Imperial Sans Text"/>
                <a:cs typeface="Imperial Sans Text"/>
              </a:rPr>
              <a:t>t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em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cone</a:t>
            </a:r>
            <a:r>
              <a:rPr dirty="0" smtClean="0" sz="2800" spc="-5" b="1">
                <a:solidFill>
                  <a:srgbClr val="000080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800" spc="-30" b="1">
                <a:solidFill>
                  <a:srgbClr val="000080"/>
                </a:solidFill>
                <a:latin typeface="Imperial Sans Text"/>
                <a:cs typeface="Imperial Sans Text"/>
              </a:rPr>
              <a:t>v</a:t>
            </a:r>
            <a:r>
              <a:rPr dirty="0" smtClean="0" sz="2800" spc="0" b="1">
                <a:solidFill>
                  <a:srgbClr val="000080"/>
                </a:solidFill>
                <a:latin typeface="Imperial Sans Text"/>
                <a:cs typeface="Imperial Sans Text"/>
              </a:rPr>
              <a:t>ertis</a:t>
            </a:r>
            <a:endParaRPr sz="2800">
              <a:latin typeface="Imperial Sans Text"/>
              <a:cs typeface="Imperial Sans Text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82"/>
              </a:spcBef>
            </a:pPr>
            <a:endParaRPr sz="1200"/>
          </a:p>
          <a:p>
            <a:pPr marL="288925" indent="-224154">
              <a:lnSpc>
                <a:spcPct val="100000"/>
              </a:lnSpc>
              <a:buClr>
                <a:srgbClr val="0000CD"/>
              </a:buClr>
              <a:buFont typeface="Imperial Sans Text"/>
              <a:buAutoNum type="arabicPeriod"/>
              <a:tabLst>
                <a:tab pos="288925" algn="l"/>
              </a:tabLst>
            </a:pPr>
            <a:r>
              <a:rPr dirty="0" smtClean="0" sz="1650" spc="-35">
                <a:latin typeface="Imperial Sans Text"/>
                <a:cs typeface="Imperial Sans Text"/>
              </a:rPr>
              <a:t>L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ipsum</a:t>
            </a:r>
            <a:endParaRPr sz="1650">
              <a:latin typeface="Imperial Sans Text"/>
              <a:cs typeface="Imperial Sans Text"/>
            </a:endParaRPr>
          </a:p>
          <a:p>
            <a:pPr marL="288925" marR="12700" indent="-264160">
              <a:lnSpc>
                <a:spcPct val="113399"/>
              </a:lnSpc>
              <a:buClr>
                <a:srgbClr val="0000CD"/>
              </a:buClr>
              <a:buFont typeface="Imperial Sans Text"/>
              <a:buAutoNum type="arabicPeriod"/>
              <a:tabLst>
                <a:tab pos="288925" algn="l"/>
              </a:tabLst>
            </a:pPr>
            <a:r>
              <a:rPr dirty="0" smtClean="0" sz="1650" spc="-35">
                <a:latin typeface="Imperial Sans Text"/>
                <a:cs typeface="Imperial Sans Text"/>
              </a:rPr>
              <a:t>L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ipsum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dolor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sit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am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t,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consec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10">
                <a:latin typeface="Imperial Sans Text"/>
                <a:cs typeface="Imperial Sans Text"/>
              </a:rPr>
              <a:t> adipiscing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elit.</a:t>
            </a:r>
            <a:endParaRPr sz="1650">
              <a:latin typeface="Imperial Sans Text"/>
              <a:cs typeface="Imperial Sans Text"/>
            </a:endParaRPr>
          </a:p>
          <a:p>
            <a:pPr marL="288925" indent="-265430">
              <a:lnSpc>
                <a:spcPct val="100000"/>
              </a:lnSpc>
              <a:spcBef>
                <a:spcPts val="265"/>
              </a:spcBef>
              <a:buClr>
                <a:srgbClr val="0000CD"/>
              </a:buClr>
              <a:buFont typeface="Imperial Sans Text"/>
              <a:buAutoNum type="arabicPeriod"/>
              <a:tabLst>
                <a:tab pos="288925" algn="l"/>
              </a:tabLst>
            </a:pP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aesent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portti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o</a:t>
            </a:r>
            <a:r>
              <a:rPr dirty="0" smtClean="0" sz="1650" spc="-110">
                <a:latin typeface="Imperial Sans Text"/>
                <a:cs typeface="Imperial Sans Text"/>
              </a:rPr>
              <a:t>r</a:t>
            </a:r>
            <a:r>
              <a:rPr dirty="0" smtClean="0" sz="1650" spc="5">
                <a:latin typeface="Imperial Sans Text"/>
                <a:cs typeface="Imperial Sans Text"/>
              </a:rPr>
              <a:t>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39112" y="3192338"/>
            <a:ext cx="4373245" cy="134810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800" spc="-10">
                <a:latin typeface="Imperial Sans Text Medium"/>
                <a:cs typeface="Imperial Sans Text Medium"/>
              </a:rPr>
              <a:t>S</a:t>
            </a:r>
            <a:r>
              <a:rPr dirty="0" smtClean="0" sz="2800" spc="0">
                <a:latin typeface="Imperial Sans Text Medium"/>
                <a:cs typeface="Imperial Sans Text Medium"/>
              </a:rPr>
              <a:t>ection</a:t>
            </a:r>
            <a:r>
              <a:rPr dirty="0" smtClean="0" sz="2800" spc="-5">
                <a:latin typeface="Imperial Sans Text Medium"/>
                <a:cs typeface="Imperial Sans Text Medium"/>
              </a:rPr>
              <a:t> </a:t>
            </a:r>
            <a:r>
              <a:rPr dirty="0" smtClean="0" sz="2800" spc="-5">
                <a:latin typeface="Imperial Sans Text Medium"/>
                <a:cs typeface="Imperial Sans Text Medium"/>
              </a:rPr>
              <a:t>T</a:t>
            </a:r>
            <a:r>
              <a:rPr dirty="0" smtClean="0" sz="2800" spc="0">
                <a:latin typeface="Imperial Sans Text Medium"/>
                <a:cs typeface="Imperial Sans Text Medium"/>
              </a:rPr>
              <a:t>itle</a:t>
            </a:r>
            <a:endParaRPr sz="2800">
              <a:latin typeface="Imperial Sans Text Medium"/>
              <a:cs typeface="Imperial Sans Text Medium"/>
            </a:endParaRPr>
          </a:p>
          <a:p>
            <a:pPr>
              <a:lnSpc>
                <a:spcPts val="550"/>
              </a:lnSpc>
              <a:spcBef>
                <a:spcPts val="18"/>
              </a:spcBef>
            </a:pPr>
            <a:endParaRPr sz="550"/>
          </a:p>
          <a:p>
            <a:pPr>
              <a:lnSpc>
                <a:spcPts val="1000"/>
              </a:lnSpc>
            </a:pPr>
            <a:endParaRPr sz="1000"/>
          </a:p>
          <a:p>
            <a:pPr marL="12700" marR="12700">
              <a:lnSpc>
                <a:spcPct val="106300"/>
              </a:lnSpc>
            </a:pP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10">
                <a:latin typeface="Imperial Sans Text"/>
                <a:cs typeface="Imperial Sans Text"/>
              </a:rPr>
              <a:t>bisim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quiae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porum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ea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olo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enis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eic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andae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nus,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xpligen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ecum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quo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magnihit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inis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sunt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di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dolu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ta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tiun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-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-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ipid</a:t>
            </a:r>
            <a:r>
              <a:rPr dirty="0" smtClean="0" sz="1100" spc="10">
                <a:latin typeface="Imperial Sans Text"/>
                <a:cs typeface="Imperial Sans Text"/>
              </a:rPr>
              <a:t> molu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-5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quam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idio.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tinturia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10">
                <a:latin typeface="Imperial Sans Text"/>
                <a:cs typeface="Imperial Sans Text"/>
              </a:rPr>
              <a:t>ellam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in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none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elit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quat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landi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ium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f</a:t>
            </a:r>
            <a:r>
              <a:rPr dirty="0" smtClean="0" sz="1100" spc="5">
                <a:latin typeface="Imperial Sans Text"/>
                <a:cs typeface="Imperial Sans Text"/>
              </a:rPr>
              <a:t>aci</a:t>
            </a:r>
            <a:r>
              <a:rPr dirty="0" smtClean="0" sz="1100" spc="10">
                <a:latin typeface="Imperial Sans Text"/>
                <a:cs typeface="Imperial Sans Text"/>
              </a:rPr>
              <a:t> dolum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cus.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439112" y="4709691"/>
            <a:ext cx="4199255" cy="72199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6300"/>
              </a:lnSpc>
            </a:pPr>
            <a:r>
              <a:rPr dirty="0" smtClean="0" sz="1100" spc="-20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ad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enihillum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enderi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aeperib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ciligendae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non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eossun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o</a:t>
            </a:r>
            <a:r>
              <a:rPr dirty="0" smtClean="0" sz="1100" spc="10">
                <a:latin typeface="Imperial Sans Text"/>
                <a:cs typeface="Imperial Sans Text"/>
              </a:rPr>
              <a:t> magni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t.</a:t>
            </a:r>
            <a:r>
              <a:rPr dirty="0" smtClean="0" sz="1100" spc="0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n</a:t>
            </a:r>
            <a:r>
              <a:rPr dirty="0" smtClean="0" sz="1100" spc="5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-75">
                <a:latin typeface="Imperial Sans Text"/>
                <a:cs typeface="Imperial Sans Text"/>
              </a:rPr>
              <a:t>r</a:t>
            </a:r>
            <a:r>
              <a:rPr dirty="0" smtClean="0" sz="1100" spc="0">
                <a:latin typeface="Imperial Sans Text"/>
                <a:cs typeface="Imperial Sans Text"/>
              </a:rPr>
              <a:t>,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olorit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esedipit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olo</a:t>
            </a:r>
            <a:r>
              <a:rPr dirty="0" smtClean="0" sz="1100" spc="-20">
                <a:latin typeface="Imperial Sans Text"/>
                <a:cs typeface="Imperial Sans Text"/>
              </a:rPr>
              <a:t>r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eium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apiendae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5">
                <a:latin typeface="Imperial Sans Text"/>
                <a:cs typeface="Imperial Sans Text"/>
              </a:rPr>
              <a:t>el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id</a:t>
            </a:r>
            <a:r>
              <a:rPr dirty="0" smtClean="0" sz="1100" spc="10">
                <a:latin typeface="Imperial Sans Text"/>
                <a:cs typeface="Imperial Sans Text"/>
              </a:rPr>
              <a:t> endes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dolo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5">
                <a:latin typeface="Imperial Sans Text"/>
                <a:cs typeface="Imperial Sans Text"/>
              </a:rPr>
              <a:t>e</a:t>
            </a:r>
            <a:r>
              <a:rPr dirty="0" smtClean="0" sz="1100" spc="10">
                <a:latin typeface="Imperial Sans Text"/>
                <a:cs typeface="Imperial Sans Text"/>
              </a:rPr>
              <a:t>x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tur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mos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planit,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non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eosam,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sentiis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aut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abo.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I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tur</a:t>
            </a:r>
            <a:r>
              <a:rPr dirty="0" smtClean="0" sz="1100" spc="5">
                <a:latin typeface="Imperial Sans Text"/>
                <a:cs typeface="Imperial Sans Text"/>
              </a:rPr>
              <a:t> alissiment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quias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solu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1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?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39112" y="5601088"/>
            <a:ext cx="4023360" cy="54356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6300"/>
              </a:lnSpc>
            </a:pP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15">
                <a:latin typeface="Imperial Sans Text"/>
                <a:cs typeface="Imperial Sans Text"/>
              </a:rPr>
              <a:t>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con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ut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occaerum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ant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eatibusdae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sit,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nus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tu</a:t>
            </a:r>
            <a:r>
              <a:rPr dirty="0" smtClean="0" sz="1100" spc="10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?</a:t>
            </a:r>
            <a:r>
              <a:rPr dirty="0" smtClean="0" sz="1100" spc="8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M</a:t>
            </a:r>
            <a:r>
              <a:rPr dirty="0" smtClean="0" sz="1100" spc="5">
                <a:latin typeface="Imperial Sans Text"/>
                <a:cs typeface="Imperial Sans Text"/>
              </a:rPr>
              <a:t>incia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cone</a:t>
            </a:r>
            <a:r>
              <a:rPr dirty="0" smtClean="0" sz="1100" spc="0">
                <a:latin typeface="Imperial Sans Text"/>
                <a:cs typeface="Imperial Sans Text"/>
              </a:rPr>
              <a:t> </a:t>
            </a:r>
            <a:r>
              <a:rPr dirty="0" smtClean="0" sz="1100" spc="0">
                <a:latin typeface="Imperial Sans Text"/>
                <a:cs typeface="Imperial Sans Text"/>
              </a:rPr>
              <a:t>v</a:t>
            </a:r>
            <a:r>
              <a:rPr dirty="0" smtClean="0" sz="1100" spc="10">
                <a:latin typeface="Imperial Sans Text"/>
                <a:cs typeface="Imperial Sans Text"/>
              </a:rPr>
              <a:t>erum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qui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dis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nobitatur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sequodi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oriaepuda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sim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-15">
                <a:latin typeface="Imperial Sans Text"/>
                <a:cs typeface="Imperial Sans Text"/>
              </a:rPr>
              <a:t>r</a:t>
            </a:r>
            <a:r>
              <a:rPr dirty="0" smtClean="0" sz="1100" spc="10">
                <a:latin typeface="Imperial Sans Text"/>
                <a:cs typeface="Imperial Sans Text"/>
              </a:rPr>
              <a:t>empe</a:t>
            </a:r>
            <a:r>
              <a:rPr dirty="0" smtClean="0" sz="1100" spc="-10">
                <a:latin typeface="Imperial Sans Text"/>
                <a:cs typeface="Imperial Sans Text"/>
              </a:rPr>
              <a:t>r</a:t>
            </a:r>
            <a:r>
              <a:rPr dirty="0" smtClean="0" sz="1100" spc="5">
                <a:latin typeface="Imperial Sans Text"/>
                <a:cs typeface="Imperial Sans Text"/>
              </a:rPr>
              <a:t>speria</a:t>
            </a:r>
            <a:r>
              <a:rPr dirty="0" smtClean="0" sz="1100" spc="5">
                <a:latin typeface="Imperial Sans Text"/>
                <a:cs typeface="Imperial Sans Text"/>
              </a:rPr>
              <a:t> nullu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r>
              <a:rPr dirty="0" smtClean="0" sz="1100" spc="5">
                <a:latin typeface="Imperial Sans Text"/>
                <a:cs typeface="Imperial Sans Text"/>
              </a:rPr>
              <a:t>a</a:t>
            </a:r>
            <a:r>
              <a:rPr dirty="0" smtClean="0" sz="1100" spc="5">
                <a:latin typeface="Imperial Sans Text"/>
                <a:cs typeface="Imperial Sans Text"/>
              </a:rPr>
              <a:t>tis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culpario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eic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e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illu</a:t>
            </a:r>
            <a:r>
              <a:rPr dirty="0" smtClean="0" sz="1100" spc="5">
                <a:latin typeface="Imperial Sans Text"/>
                <a:cs typeface="Imperial Sans Text"/>
              </a:rPr>
              <a:t>p</a:t>
            </a:r>
            <a:r>
              <a:rPr dirty="0" smtClean="0" sz="1100" spc="5">
                <a:latin typeface="Imperial Sans Text"/>
                <a:cs typeface="Imperial Sans Text"/>
              </a:rPr>
              <a:t>ta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0">
                <a:latin typeface="Imperial Sans Text"/>
                <a:cs typeface="Imperial Sans Text"/>
              </a:rPr>
              <a:t>enemperit</a:t>
            </a:r>
            <a:r>
              <a:rPr dirty="0" smtClean="0" sz="1100" spc="10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isquamus</a:t>
            </a:r>
            <a:r>
              <a:rPr dirty="0" smtClean="0" sz="1100" spc="5">
                <a:latin typeface="Imperial Sans Text"/>
                <a:cs typeface="Imperial Sans Text"/>
              </a:rPr>
              <a:t> </a:t>
            </a:r>
            <a:r>
              <a:rPr dirty="0" smtClean="0" sz="1100" spc="10">
                <a:latin typeface="Imperial Sans Text"/>
                <a:cs typeface="Imperial Sans Text"/>
              </a:rPr>
              <a:t>na</a:t>
            </a:r>
            <a:r>
              <a:rPr dirty="0" smtClean="0" sz="1100" spc="-10">
                <a:latin typeface="Imperial Sans Text"/>
                <a:cs typeface="Imperial Sans Text"/>
              </a:rPr>
              <a:t>t</a:t>
            </a:r>
            <a:r>
              <a:rPr dirty="0" smtClean="0" sz="1100" spc="15">
                <a:latin typeface="Imperial Sans Text"/>
                <a:cs typeface="Imperial Sans Text"/>
              </a:rPr>
              <a:t>em</a:t>
            </a:r>
            <a:r>
              <a:rPr dirty="0" smtClean="0" sz="1100" spc="15">
                <a:latin typeface="Imperial Sans Text"/>
                <a:cs typeface="Imperial Sans Text"/>
              </a:rPr>
              <a:t> </a:t>
            </a:r>
            <a:r>
              <a:rPr dirty="0" smtClean="0" sz="1100" spc="5">
                <a:latin typeface="Imperial Sans Text"/>
                <a:cs typeface="Imperial Sans Text"/>
              </a:rPr>
              <a:t>e</a:t>
            </a:r>
            <a:r>
              <a:rPr dirty="0" smtClean="0" sz="1100" spc="5">
                <a:latin typeface="Imperial Sans Text"/>
                <a:cs typeface="Imperial Sans Text"/>
              </a:rPr>
              <a:t>t</a:t>
            </a:r>
            <a:endParaRPr sz="1100">
              <a:latin typeface="Imperial Sans Text"/>
              <a:cs typeface="Imperial Sans Tex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39112" y="6435152"/>
            <a:ext cx="4293870" cy="1147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tur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aut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solidFill>
                  <a:srgbClr val="0000CD"/>
                </a:solidFill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solidFill>
                  <a:srgbClr val="0000CD"/>
                </a:solidFill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tint</a:t>
            </a:r>
            <a:r>
              <a:rPr dirty="0" smtClean="0" sz="1650" spc="10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eium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ium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solidFill>
                  <a:srgbClr val="0000CD"/>
                </a:solidFill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solidFill>
                  <a:srgbClr val="0000CD"/>
                </a:solidFill>
                <a:latin typeface="Imperial Sans Text"/>
                <a:cs typeface="Imperial Sans Text"/>
              </a:rPr>
              <a:t>xpeb</a:t>
            </a:r>
            <a:r>
              <a:rPr dirty="0" smtClean="0" sz="1650" spc="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olu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5">
                <a:latin typeface="Imperial Sans Text"/>
                <a:cs typeface="Imperial Sans Text"/>
              </a:rPr>
              <a:t>tam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tio.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39112" y="13333587"/>
            <a:ext cx="4332605" cy="200342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13399"/>
              </a:lnSpc>
            </a:pP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quae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nobissitat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hitatum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tis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quodit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larib</a:t>
            </a:r>
            <a:r>
              <a:rPr dirty="0" smtClean="0" sz="1650" spc="10">
                <a:latin typeface="Imperial Sans Text"/>
                <a:cs typeface="Imperial Sans Text"/>
              </a:rPr>
              <a:t> u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o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tur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eium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ium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15">
                <a:latin typeface="Imperial Sans Text"/>
                <a:cs typeface="Imperial Sans Text"/>
              </a:rPr>
              <a:t>xpeb</a:t>
            </a:r>
            <a:r>
              <a:rPr dirty="0" smtClean="0" sz="1650" spc="10">
                <a:latin typeface="Imperial Sans Text"/>
                <a:cs typeface="Imperial Sans Text"/>
              </a:rPr>
              <a:t> usantis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sae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maio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omnis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consed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eici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0">
                <a:latin typeface="Imperial Sans Text"/>
                <a:cs typeface="Imperial Sans Text"/>
              </a:rPr>
              <a:t>olu</a:t>
            </a:r>
            <a:r>
              <a:rPr dirty="0" smtClean="0" sz="1650" spc="5">
                <a:latin typeface="Imperial Sans Text"/>
                <a:cs typeface="Imperial Sans Text"/>
              </a:rPr>
              <a:t>p</a:t>
            </a:r>
            <a:r>
              <a:rPr dirty="0" smtClean="0" sz="1650" spc="15">
                <a:latin typeface="Imperial Sans Text"/>
                <a:cs typeface="Imperial Sans Text"/>
              </a:rPr>
              <a:t>tam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ipi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tio.</a:t>
            </a:r>
            <a:r>
              <a:rPr dirty="0" smtClean="0" sz="1650" spc="12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0">
                <a:latin typeface="Imperial Sans Text"/>
                <a:cs typeface="Imperial Sans Text"/>
              </a:rPr>
              <a:t>hit,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20">
                <a:latin typeface="Imperial Sans Text"/>
                <a:cs typeface="Imperial Sans Text"/>
              </a:rPr>
              <a:t>em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20">
                <a:latin typeface="Imperial Sans Text"/>
                <a:cs typeface="Imperial Sans Text"/>
              </a:rPr>
              <a:t>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lab</a:t>
            </a:r>
            <a:r>
              <a:rPr dirty="0" smtClean="0" sz="1650" spc="15">
                <a:latin typeface="Imperial Sans Text"/>
                <a:cs typeface="Imperial Sans Text"/>
              </a:rPr>
              <a:t> imusdae</a:t>
            </a:r>
            <a:r>
              <a:rPr dirty="0" smtClean="0" sz="1650" spc="10">
                <a:latin typeface="Imperial Sans Text"/>
                <a:cs typeface="Imperial Sans Text"/>
              </a:rPr>
              <a:t>p</a:t>
            </a:r>
            <a:r>
              <a:rPr dirty="0" smtClean="0" sz="1650" spc="5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as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5">
                <a:latin typeface="Imperial Sans Text"/>
                <a:cs typeface="Imperial Sans Text"/>
              </a:rPr>
              <a:t>e</a:t>
            </a:r>
            <a:r>
              <a:rPr dirty="0" smtClean="0" sz="1650" spc="-15">
                <a:latin typeface="Imperial Sans Text"/>
                <a:cs typeface="Imperial Sans Text"/>
              </a:rPr>
              <a:t>x</a:t>
            </a:r>
            <a:r>
              <a:rPr dirty="0" smtClean="0" sz="1650" spc="15">
                <a:latin typeface="Imperial Sans Text"/>
                <a:cs typeface="Imperial Sans Text"/>
              </a:rPr>
              <a:t>erum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fugia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dis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e,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cus</a:t>
            </a:r>
            <a:r>
              <a:rPr dirty="0" smtClean="0" sz="1650" spc="15">
                <a:latin typeface="Imperial Sans Text"/>
                <a:cs typeface="Imperial Sans Text"/>
              </a:rPr>
              <a:t> maximpo</a:t>
            </a:r>
            <a:r>
              <a:rPr dirty="0" smtClean="0" sz="1650" spc="-25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erum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aliquam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aut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-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a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dolumqu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5">
                <a:latin typeface="Imperial Sans Text"/>
                <a:cs typeface="Imperial Sans Text"/>
              </a:rPr>
              <a:t>i</a:t>
            </a:r>
            <a:r>
              <a:rPr dirty="0" smtClean="0" sz="1650" spc="10">
                <a:latin typeface="Imperial Sans Text"/>
                <a:cs typeface="Imperial Sans Text"/>
              </a:rPr>
              <a:t>a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0">
                <a:latin typeface="Imperial Sans Text"/>
                <a:cs typeface="Imperial Sans Text"/>
              </a:rPr>
              <a:t>e</a:t>
            </a:r>
            <a:r>
              <a:rPr dirty="0" smtClean="0" sz="1650" spc="10">
                <a:latin typeface="Imperial Sans Text"/>
                <a:cs typeface="Imperial Sans Text"/>
              </a:rPr>
              <a:t>tu</a:t>
            </a:r>
            <a:r>
              <a:rPr dirty="0" smtClean="0" sz="1650" spc="20">
                <a:latin typeface="Imperial Sans Text"/>
                <a:cs typeface="Imperial Sans Text"/>
              </a:rPr>
              <a:t>r</a:t>
            </a:r>
            <a:r>
              <a:rPr dirty="0" smtClean="0" sz="1650" spc="15">
                <a:latin typeface="Imperial Sans Text"/>
                <a:cs typeface="Imperial Sans Text"/>
              </a:rPr>
              <a:t>?</a:t>
            </a:r>
            <a:r>
              <a:rPr dirty="0" smtClean="0" sz="1650" spc="130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Quidus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0">
                <a:latin typeface="Imperial Sans Text"/>
                <a:cs typeface="Imperial Sans Text"/>
              </a:rPr>
              <a:t>minit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39112" y="15649252"/>
            <a:ext cx="1136015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35" b="1">
                <a:latin typeface="Imperial Sans Text"/>
                <a:cs typeface="Imperial Sans Text"/>
              </a:rPr>
              <a:t>A</a:t>
            </a:r>
            <a:r>
              <a:rPr dirty="0" smtClean="0" sz="1650" spc="0" b="1">
                <a:latin typeface="Imperial Sans Text"/>
                <a:cs typeface="Imperial Sans Text"/>
              </a:rPr>
              <a:t>ffili</a:t>
            </a:r>
            <a:r>
              <a:rPr dirty="0" smtClean="0" sz="1650" spc="-10" b="1">
                <a:latin typeface="Imperial Sans Text"/>
                <a:cs typeface="Imperial Sans Text"/>
              </a:rPr>
              <a:t>a</a:t>
            </a:r>
            <a:r>
              <a:rPr dirty="0" smtClean="0" sz="1650" spc="15" b="1">
                <a:latin typeface="Imperial Sans Text"/>
                <a:cs typeface="Imperial Sans Text"/>
              </a:rPr>
              <a:t>tions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39112" y="15920367"/>
            <a:ext cx="81280" cy="18415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150" spc="5">
                <a:latin typeface="Imperial Sans Text"/>
                <a:cs typeface="Imperial Sans Text"/>
              </a:rPr>
              <a:t>1</a:t>
            </a:r>
            <a:endParaRPr sz="1150">
              <a:latin typeface="Imperial Sans Text"/>
              <a:cs typeface="Imperial Sans Tex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44304" y="15934500"/>
            <a:ext cx="4093210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15">
                <a:latin typeface="Imperial Sans Text"/>
                <a:cs typeface="Imperial Sans Text"/>
              </a:rPr>
              <a:t>D</a:t>
            </a:r>
            <a:r>
              <a:rPr dirty="0" smtClean="0" sz="1650" spc="15">
                <a:latin typeface="Imperial Sans Text"/>
                <a:cs typeface="Imperial Sans Text"/>
              </a:rPr>
              <a:t>epartment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15">
                <a:latin typeface="Imperial Sans Text"/>
                <a:cs typeface="Imperial Sans Text"/>
              </a:rPr>
              <a:t>ame,</a:t>
            </a:r>
            <a:r>
              <a:rPr dirty="0" smtClean="0" sz="1650" spc="15">
                <a:latin typeface="Imperial Sans Text"/>
                <a:cs typeface="Imperial Sans Text"/>
              </a:rPr>
              <a:t> </a:t>
            </a: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5">
                <a:latin typeface="Imperial Sans Text"/>
                <a:cs typeface="Imperial Sans Text"/>
              </a:rPr>
              <a:t>mperial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C</a:t>
            </a:r>
            <a:r>
              <a:rPr dirty="0" smtClean="0" sz="1650" spc="10">
                <a:latin typeface="Imperial Sans Text"/>
                <a:cs typeface="Imperial Sans Text"/>
              </a:rPr>
              <a:t>ollege</a:t>
            </a:r>
            <a:r>
              <a:rPr dirty="0" smtClean="0" sz="1650" spc="10">
                <a:latin typeface="Imperial Sans Text"/>
                <a:cs typeface="Imperial Sans Text"/>
              </a:rPr>
              <a:t> </a:t>
            </a:r>
            <a:r>
              <a:rPr dirty="0" smtClean="0" sz="1650" spc="-35">
                <a:latin typeface="Imperial Sans Text"/>
                <a:cs typeface="Imperial Sans Text"/>
              </a:rPr>
              <a:t>L</a:t>
            </a:r>
            <a:r>
              <a:rPr dirty="0" smtClean="0" sz="1650" spc="15">
                <a:latin typeface="Imperial Sans Text"/>
                <a:cs typeface="Imperial Sans Text"/>
              </a:rPr>
              <a:t>ondon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39112" y="16219747"/>
            <a:ext cx="1678939" cy="54356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45415" indent="-133350">
              <a:lnSpc>
                <a:spcPct val="100000"/>
              </a:lnSpc>
              <a:buSzPct val="69696"/>
              <a:buFont typeface="Imperial Sans Text"/>
              <a:buAutoNum type="arabicPlain" startAt="2"/>
              <a:tabLst>
                <a:tab pos="145415" algn="l"/>
              </a:tabLst>
            </a:pPr>
            <a:r>
              <a:rPr dirty="0" smtClean="0" sz="1650" spc="0">
                <a:latin typeface="Imperial Sans Text"/>
                <a:cs typeface="Imperial Sans Text"/>
              </a:rPr>
              <a:t>U</a:t>
            </a:r>
            <a:r>
              <a:rPr dirty="0" smtClean="0" sz="1650" spc="10">
                <a:latin typeface="Imperial Sans Text"/>
                <a:cs typeface="Imperial Sans Text"/>
              </a:rPr>
              <a:t>ni</a:t>
            </a:r>
            <a:r>
              <a:rPr dirty="0" smtClean="0" sz="1650" spc="0">
                <a:latin typeface="Imperial Sans Text"/>
                <a:cs typeface="Imperial Sans Text"/>
              </a:rPr>
              <a:t>v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-10">
                <a:latin typeface="Imperial Sans Text"/>
                <a:cs typeface="Imperial Sans Text"/>
              </a:rPr>
              <a:t>r</a:t>
            </a:r>
            <a:r>
              <a:rPr dirty="0" smtClean="0" sz="1650" spc="10">
                <a:latin typeface="Imperial Sans Text"/>
                <a:cs typeface="Imperial Sans Text"/>
              </a:rPr>
              <a:t>sity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20">
                <a:latin typeface="Imperial Sans Text"/>
                <a:cs typeface="Imperial Sans Text"/>
              </a:rPr>
              <a:t>ame</a:t>
            </a:r>
            <a:endParaRPr sz="1650">
              <a:latin typeface="Imperial Sans Text"/>
              <a:cs typeface="Imperial Sans Text"/>
            </a:endParaRPr>
          </a:p>
          <a:p>
            <a:pPr marL="146685" indent="-134620">
              <a:lnSpc>
                <a:spcPct val="100000"/>
              </a:lnSpc>
              <a:spcBef>
                <a:spcPts val="265"/>
              </a:spcBef>
              <a:buSzPct val="69696"/>
              <a:buFont typeface="Imperial Sans Text"/>
              <a:buAutoNum type="arabicPlain" startAt="2"/>
              <a:tabLst>
                <a:tab pos="146685" algn="l"/>
              </a:tabLst>
            </a:pPr>
            <a:r>
              <a:rPr dirty="0" smtClean="0" sz="1650" spc="0">
                <a:latin typeface="Imperial Sans Text"/>
                <a:cs typeface="Imperial Sans Text"/>
              </a:rPr>
              <a:t>I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10">
                <a:latin typeface="Imperial Sans Text"/>
                <a:cs typeface="Imperial Sans Text"/>
              </a:rPr>
              <a:t>s</a:t>
            </a:r>
            <a:r>
              <a:rPr dirty="0" smtClean="0" sz="1650" spc="10">
                <a:latin typeface="Imperial Sans Text"/>
                <a:cs typeface="Imperial Sans Text"/>
              </a:rPr>
              <a:t>titu</a:t>
            </a:r>
            <a:r>
              <a:rPr dirty="0" smtClean="0" sz="1650" spc="-10">
                <a:latin typeface="Imperial Sans Text"/>
                <a:cs typeface="Imperial Sans Text"/>
              </a:rPr>
              <a:t>t</a:t>
            </a:r>
            <a:r>
              <a:rPr dirty="0" smtClean="0" sz="1650" spc="15">
                <a:latin typeface="Imperial Sans Text"/>
                <a:cs typeface="Imperial Sans Text"/>
              </a:rPr>
              <a:t>e</a:t>
            </a:r>
            <a:r>
              <a:rPr dirty="0" smtClean="0" sz="1650" spc="5">
                <a:latin typeface="Imperial Sans Text"/>
                <a:cs typeface="Imperial Sans Text"/>
              </a:rPr>
              <a:t> </a:t>
            </a:r>
            <a:r>
              <a:rPr dirty="0" smtClean="0" sz="1650" spc="15">
                <a:latin typeface="Imperial Sans Text"/>
                <a:cs typeface="Imperial Sans Text"/>
              </a:rPr>
              <a:t>N</a:t>
            </a:r>
            <a:r>
              <a:rPr dirty="0" smtClean="0" sz="1650" spc="20">
                <a:latin typeface="Imperial Sans Text"/>
                <a:cs typeface="Imperial Sans Text"/>
              </a:rPr>
              <a:t>ame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439112" y="17075487"/>
            <a:ext cx="841375" cy="2584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650" spc="-10" b="1">
                <a:latin typeface="Imperial Sans Text"/>
                <a:cs typeface="Imperial Sans Text"/>
              </a:rPr>
              <a:t>F</a:t>
            </a:r>
            <a:r>
              <a:rPr dirty="0" smtClean="0" sz="1650" spc="15" b="1">
                <a:latin typeface="Imperial Sans Text"/>
                <a:cs typeface="Imperial Sans Text"/>
              </a:rPr>
              <a:t>unde</a:t>
            </a:r>
            <a:r>
              <a:rPr dirty="0" smtClean="0" sz="1650" spc="5" b="1">
                <a:latin typeface="Imperial Sans Text"/>
                <a:cs typeface="Imperial Sans Text"/>
              </a:rPr>
              <a:t>r</a:t>
            </a:r>
            <a:r>
              <a:rPr dirty="0" smtClean="0" sz="1650" spc="15" b="1">
                <a:latin typeface="Imperial Sans Text"/>
                <a:cs typeface="Imperial Sans Text"/>
              </a:rPr>
              <a:t>s</a:t>
            </a:r>
            <a:endParaRPr sz="1650">
              <a:latin typeface="Imperial Sans Text"/>
              <a:cs typeface="Imperial Sans Tex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451812" y="17527370"/>
            <a:ext cx="2390025" cy="704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2276340" y="17376567"/>
            <a:ext cx="1520875" cy="855492"/>
          </a:xfrm>
          <a:custGeom>
            <a:avLst/>
            <a:gdLst/>
            <a:ahLst/>
            <a:cxnLst/>
            <a:rect l="l" t="t" r="r" b="b"/>
            <a:pathLst>
              <a:path w="1520875" h="855492">
                <a:moveTo>
                  <a:pt x="0" y="0"/>
                </a:moveTo>
                <a:lnTo>
                  <a:pt x="1520875" y="0"/>
                </a:lnTo>
                <a:lnTo>
                  <a:pt x="1520875" y="855492"/>
                </a:lnTo>
                <a:lnTo>
                  <a:pt x="0" y="8554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2276340" y="17376567"/>
            <a:ext cx="1520875" cy="855492"/>
          </a:xfrm>
          <a:custGeom>
            <a:avLst/>
            <a:gdLst/>
            <a:ahLst/>
            <a:cxnLst/>
            <a:rect l="l" t="t" r="r" b="b"/>
            <a:pathLst>
              <a:path w="1520875" h="855492">
                <a:moveTo>
                  <a:pt x="0" y="0"/>
                </a:moveTo>
                <a:lnTo>
                  <a:pt x="1520875" y="0"/>
                </a:lnTo>
                <a:lnTo>
                  <a:pt x="1520875" y="855492"/>
                </a:lnTo>
              </a:path>
              <a:path w="1520875" h="855492">
                <a:moveTo>
                  <a:pt x="0" y="855492"/>
                </a:moveTo>
                <a:lnTo>
                  <a:pt x="0" y="0"/>
                </a:lnTo>
              </a:path>
            </a:pathLst>
          </a:custGeom>
          <a:ln w="3175">
            <a:solidFill>
              <a:srgbClr val="221F1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422709" y="19047600"/>
            <a:ext cx="13374569" cy="0"/>
          </a:xfrm>
          <a:custGeom>
            <a:avLst/>
            <a:gdLst/>
            <a:ahLst/>
            <a:cxnLst/>
            <a:rect l="l" t="t" r="r" b="b"/>
            <a:pathLst>
              <a:path w="13374569" h="0">
                <a:moveTo>
                  <a:pt x="0" y="0"/>
                </a:moveTo>
                <a:lnTo>
                  <a:pt x="13374569" y="0"/>
                </a:lnTo>
              </a:path>
            </a:pathLst>
          </a:custGeom>
          <a:ln w="11885">
            <a:solidFill>
              <a:srgbClr val="0000C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100">
                <a:solidFill>
                  <a:srgbClr val="0000CD"/>
                </a:solidFill>
                <a:latin typeface="Imperial Sans Text"/>
                <a:cs typeface="Imperial Sans Text"/>
              </a:rPr>
              <a:t>imperial.ac.uk</a:t>
            </a:r>
            <a:endParaRPr sz="2100">
              <a:latin typeface="Imperial Sans Text"/>
              <a:cs typeface="Imperial Sans Text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I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mperial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C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ollege</a:t>
            </a:r>
            <a:r>
              <a:rPr dirty="0" smtClean="0" sz="2100" spc="-5">
                <a:solidFill>
                  <a:srgbClr val="0000CD"/>
                </a:solidFill>
                <a:latin typeface="Imperial Sans Text"/>
                <a:cs typeface="Imperial Sans Text"/>
              </a:rPr>
              <a:t> </a:t>
            </a:r>
            <a:r>
              <a:rPr dirty="0" smtClean="0" sz="2100" spc="-60">
                <a:solidFill>
                  <a:srgbClr val="0000CD"/>
                </a:solidFill>
                <a:latin typeface="Imperial Sans Text"/>
                <a:cs typeface="Imperial Sans Text"/>
              </a:rPr>
              <a:t>L</a:t>
            </a:r>
            <a:r>
              <a:rPr dirty="0" smtClean="0" sz="2100" spc="0">
                <a:solidFill>
                  <a:srgbClr val="0000CD"/>
                </a:solidFill>
                <a:latin typeface="Imperial Sans Text"/>
                <a:cs typeface="Imperial Sans Text"/>
              </a:rPr>
              <a:t>ondon</a:t>
            </a:r>
            <a:endParaRPr sz="2100">
              <a:latin typeface="Imperial Sans Text"/>
              <a:cs typeface="Imperial Sans Text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81069" y="17339095"/>
          <a:ext cx="4125670" cy="9752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709"/>
                <a:gridCol w="1936154"/>
                <a:gridCol w="1130805"/>
              </a:tblGrid>
              <a:tr h="313091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AAA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150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.527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</a:tr>
              <a:tr h="28524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BBB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75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20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.263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/>
                </a:tc>
              </a:tr>
              <a:tr h="359839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BBB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8325">
                        <a:lnSpc>
                          <a:spcPct val="100000"/>
                        </a:lnSpc>
                      </a:pPr>
                      <a:r>
                        <a:rPr dirty="0" smtClean="0" sz="1650">
                          <a:latin typeface="Imperial Sans Text"/>
                          <a:cs typeface="Imperial Sans Text"/>
                        </a:rPr>
                        <a:t>2</a:t>
                      </a: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,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000</a:t>
                      </a:r>
                      <a:r>
                        <a:rPr dirty="0" smtClean="0" sz="1650" spc="-15">
                          <a:latin typeface="Imperial Sans Text"/>
                          <a:cs typeface="Imperial Sans Text"/>
                        </a:rPr>
                        <a:t>m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L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ct val="100000"/>
                        </a:lnSpc>
                      </a:pPr>
                      <a:r>
                        <a:rPr dirty="0" smtClean="0" sz="1650" spc="-45">
                          <a:latin typeface="Imperial Sans Text"/>
                          <a:cs typeface="Imperial Sans Text"/>
                        </a:rPr>
                        <a:t>0</a:t>
                      </a:r>
                      <a:r>
                        <a:rPr dirty="0" smtClean="0" sz="1650" spc="0">
                          <a:latin typeface="Imperial Sans Text"/>
                          <a:cs typeface="Imperial Sans Text"/>
                        </a:rPr>
                        <a:t>.818</a:t>
                      </a:r>
                      <a:endParaRPr sz="1650">
                        <a:latin typeface="Imperial Sans Text"/>
                        <a:cs typeface="Imperial Sans Text"/>
                      </a:endParaRPr>
                    </a:p>
                  </a:txBody>
                  <a:tcPr marL="0" marR="0" marB="0" marT="0">
                    <a:lnB w="1711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2025-08-27T22:13:25Z</dcterms:created>
  <dcterms:modified xsi:type="dcterms:W3CDTF">2025-08-27T22:13:25Z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2025-08-27T00:00:00Z</vt:filetime>
  </property>
  <property fmtid="{D5CDD505-2E9C-101B-9397-08002B2CF9AE}" pid="3" name="LastSaved">
    <vt:filetime>2025-08-27T00:00:00Z</vt:filetime>
  </property>
</Properties>
</file>